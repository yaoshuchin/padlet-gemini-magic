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380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禪繞畫：幼兒園美感教育的創意工具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957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禪繞畫是一種簡單重複圖案的藝術形式。適合3-6歲幼兒的美感啟蒙活動。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137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近年來已成為幼兒園美感教育的重要元素。能有效提升幼兒專注力與自我表達能力。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11654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619274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5594747"/>
            <a:ext cx="205073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投稿人：心玫 羅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44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何謂禪繞畫？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443401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670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規律創作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16063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透過有規律的一筆一畫慢慢創作。重視過程而非結果。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804285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多元圖樣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52151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包含有機和幾何兩大類圖樣。形式自由多元。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165169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39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培養思維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88240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不使用橡皮擦，培養接納與轉念思維。錯誤成為創作的一部分。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禪繞畫對幼兒的益處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3861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專注力提升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培養專注力與觀察力。訓練手眼協調與精細動作。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893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791" y="3293626"/>
            <a:ext cx="255151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1304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創造力啟發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81304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啟發創造力與空間概念。建立形狀與空間的認知。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7436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220" y="3293626"/>
            <a:ext cx="255151" cy="318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1304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情緒調節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81304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建立自信心與耐心。提供情緒調節與自我安頓的方式。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7436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220" y="5779056"/>
            <a:ext cx="255151" cy="3189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313861" y="5267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思維發展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93790" y="5757624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培養結構性思考。增強問題解決能力。</a:t>
            </a:r>
            <a:endParaRPr lang="en-US" sz="17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8893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91" y="5779056"/>
            <a:ext cx="255151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幼兒園禪繞畫課程規劃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基礎階段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54407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從簡單形狀開始，練習隨意堆疊形狀、線條做聯想畫。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F8ECD3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成長階段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45340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進階到線條對稱、重複、排列的纏繞畫方式。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F8ECD3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創作階段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47607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依年齡層調整難度與時間長度。鼓勵自由創作。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321" y="371118"/>
            <a:ext cx="3374231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實施方法與材料準備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321" y="1062752"/>
            <a:ext cx="3374231" cy="2085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15264" y="1062752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基本教材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015264" y="1354574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白紙、黑色簽字筆、彩色筆是最基本的創作工具。材料簡單易取得。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21" y="3418046"/>
            <a:ext cx="3374231" cy="2085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15264" y="3418046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創意變化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015264" y="3709868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可使用不同形狀紙張與多媒材。加入自然素材增加豐富性。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1" y="5773341"/>
            <a:ext cx="3374231" cy="2085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15264" y="5773341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環境營造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015264" y="6065163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安靜且舒適的創作空間。適當的音樂輔助能增強專注力。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512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幼兒禪繞畫基本圖樣示例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2096453"/>
            <a:ext cx="30480" cy="5085636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33636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2138958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69411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有機圖案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669411" y="2664738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類似植物自然生長的線條。如葉脈、花朵等有機形態。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760012" y="372117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</p:sp>
      <p:sp>
        <p:nvSpPr>
          <p:cNvPr id="11" name="Shape 7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60" y="3523774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69411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幾何圖案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669411" y="404955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結構性重複的線條。如方格、圓形、三角形等。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760012" y="510599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</p:sp>
      <p:sp>
        <p:nvSpPr>
          <p:cNvPr id="16" name="Shape 11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4908590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69411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自然靈感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669411" y="543437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日常生活中的靈感來源。如蜂窩、海浪、星空等。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760012" y="649081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</p:sp>
      <p:sp>
        <p:nvSpPr>
          <p:cNvPr id="21" name="Shape 15"/>
          <p:cNvSpPr/>
          <p:nvPr/>
        </p:nvSpPr>
        <p:spPr>
          <a:xfrm>
            <a:off x="62801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6293406"/>
            <a:ext cx="340162" cy="4252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69411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簡化設計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669411" y="681918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適合幼兒的簡化版本設計。減少複雜度，增加成功機會。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禪繞畫融入幼兒園生活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493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美感素養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24937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建立終身美感素養的基礎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F8ECD3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1813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親子活動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18136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設計親子共學活動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F8ECD3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493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主題連結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24937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連結主題教學與節慶活動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F8ECD3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493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靜心活動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24937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作為晨間與午後靜心活動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2025-05-16T03:47:08Z</dcterms:created>
  <dcterms:modified xsi:type="dcterms:W3CDTF">2025-05-16T03:47:08Z</dcterms:modified>
</cp:coreProperties>
</file>