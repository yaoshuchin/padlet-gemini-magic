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Crimson Pro"/>
      <p:regular r:id="rId15"/>
    </p:embeddedFont>
    <p:embeddedFont>
      <p:font typeface="Crimson Pro"/>
      <p:regular r:id="rId16"/>
    </p:embeddedFont>
    <p:embeddedFont>
      <p:font typeface="Crimson Pro"/>
      <p:regular r:id="rId17"/>
    </p:embeddedFont>
    <p:embeddedFont>
      <p:font typeface="Crimson Pro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19983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神奇寶貝：一個全球現象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689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歡迎來到神奇寶貝的世界！從電子遊戲到動畫、集換式卡牌遊戲，神奇寶貝已成為一種文化現象，吸引了全球數百萬粉絲。讓我們一起深入探索神奇寶貝的迷人世界吧！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12968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13730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112782"/>
            <a:ext cx="205728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投稿人：芝蕾 林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神奇寶貝的起源與歷史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早期發展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神奇寶貝由田尻智在 1995 年構思，最初的概念是基於一種模擬的昆蟲收集遊戲。第一款神奇寶貝遊戲於 1996 年在日本推出。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全球擴展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神奇寶貝迅速獲得成功，並於 1998 年傳播到西方市場。從那時起，該系列擴展到電視動畫、電影、漫畫，並在全球各地掀起一股熱潮。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25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神奇寶貝的基本特性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46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71642" y="3031688"/>
            <a:ext cx="12727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生物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43709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神奇寶貝是一種虛構的生物，牠們擁有獨特的特徵和能力，並被分為不同類型，例如火、水、草。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946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40221" y="3031688"/>
            <a:ext cx="17347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進化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43709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許多神奇寶貝可以通過訓練和經驗進化成更強大的形態，提升牠們的能力和技能。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3706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52235" y="5455682"/>
            <a:ext cx="16621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370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戰鬥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86109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訓練師可以讓神奇寶貝互相戰鬥，牠們使用不同的技能和策略來獲勝。戰鬥是神奇寶貝世界中不可或缺的一部分。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1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神奇寶貝的分類與演化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134553"/>
            <a:ext cx="2152055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1333" y="2959179"/>
            <a:ext cx="10608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3613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基礎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851785"/>
            <a:ext cx="82525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每個神奇寶貝都屬於一個特定的類型，例如火、水、草、電等等。類型決定了神奇寶貝的優勢和劣勢。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817501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1C8C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861078"/>
            <a:ext cx="4304109" cy="16698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2045" y="4469249"/>
            <a:ext cx="14454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進化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578310"/>
            <a:ext cx="71764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通過訓練和經驗，許多神奇寶貝可以進化成更強大的形態，改變牠們的外觀、能力和技能。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544026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1C8C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587603"/>
            <a:ext cx="6456164" cy="16698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85022" y="6195774"/>
            <a:ext cx="13847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814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特殊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6304836"/>
            <a:ext cx="61005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某些神奇寶貝具備特殊能力，例如Mega Evolution 和 Gigantamax，可以讓牠們在戰鬥中變得更加強大。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83950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神奇寶貝對人類生活的影響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娛樂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7577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神奇寶貝遊戲、動畫和集換式卡牌遊戲為世界各地的玩家提供了無數的娛樂時光。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社交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75774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神奇寶貝促使人們互相交流，分享知識和經驗，並建立了強大的社區。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教育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7577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神奇寶貝遊戲可以培養玩家的策略思維、解決問題的能力和團隊合作精神。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8679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神奇寶貝世界的冒險與探索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1907619"/>
            <a:ext cx="30480" cy="5463183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240268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2162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56653" y="2247781"/>
            <a:ext cx="12727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冒險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26248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神奇寶貝訓練師們踏上旅程，探索世界各地的地區，尋找新的神奇寶貝，並與其他訓練師競爭。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2993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40594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3555" y="4144447"/>
            <a:ext cx="17347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探索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452151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每一個地區都包含獨特的環境、神奇寶貝和挑戰，讓訓練師們不斷探索和學習。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19601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</p:sp>
      <p:sp>
        <p:nvSpPr>
          <p:cNvPr id="16" name="Shape 13"/>
          <p:cNvSpPr/>
          <p:nvPr/>
        </p:nvSpPr>
        <p:spPr>
          <a:xfrm>
            <a:off x="6365200" y="59561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246" y="6041112"/>
            <a:ext cx="16621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867888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友誼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67888" y="641818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訓練師們與他們的神奇寶貝建立深厚友誼，共同克服困難，並共同成長。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0656" y="644366"/>
            <a:ext cx="6632496" cy="63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神奇寶貝訓練師的技能與責任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656" y="1588294"/>
            <a:ext cx="510183" cy="5101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0656" y="2302550"/>
            <a:ext cx="25512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策略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200656" y="2743795"/>
            <a:ext cx="771548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訓練師需要運用策略和技巧，選擇適合的神奇寶貝和技能來應對不同的挑戰。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656" y="3682484"/>
            <a:ext cx="510183" cy="5101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0656" y="4396740"/>
            <a:ext cx="25512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責任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6200656" y="4837986"/>
            <a:ext cx="7715488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訓練師有責任照顧他們的神奇寶貝，提供牠們食物、住所和訓練，確保牠們健康快樂。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656" y="6103144"/>
            <a:ext cx="510183" cy="5101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0656" y="6817400"/>
            <a:ext cx="25512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友誼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200656" y="7258645"/>
            <a:ext cx="771548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訓練師和神奇寶貝之間的友誼是成功的關鍵，彼此的信任和支持可以克服任何困難。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神奇寶貝的未來與展望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隨著科技的進步，神奇寶貝的世界將會繼續發展和擴展，為粉絲們帶來更多新奇的體驗和娛樂。期待未來更多精彩的神奇寶貝冒險和故事！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2024-11-20T05:53:44Z</dcterms:created>
  <dcterms:modified xsi:type="dcterms:W3CDTF">2024-11-20T05:53:44Z</dcterms:modified>
</cp:coreProperties>
</file>