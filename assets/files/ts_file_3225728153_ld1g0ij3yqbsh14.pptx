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ompt Medium"/>
      <p:regular r:id="rId17"/>
    </p:embeddedFont>
    <p:embeddedFont>
      <p:font typeface="Prompt Medium"/>
      <p:regular r:id="rId18"/>
    </p:embeddedFont>
    <p:embeddedFont>
      <p:font typeface="Prompt Medium"/>
      <p:regular r:id="rId19"/>
    </p:embeddedFont>
    <p:embeddedFont>
      <p:font typeface="Prompt Medium"/>
      <p:regular r:id="rId20"/>
    </p:embeddedFont>
    <p:embeddedFont>
      <p:font typeface="Mukta Light"/>
      <p:regular r:id="rId21"/>
    </p:embeddedFont>
    <p:embeddedFont>
      <p:font typeface="Mukta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639378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韓國旅遊景點之旅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695462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準備好探索韓國的魅力了嗎？從首爾的古宮到濟州島的自然美景，我們將帶您遊覽韓國最令人驚嘆的景點。這趟虛擬之旅將帶您領略韓國的文化、歷史和自然之美。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437" y="5176718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057" y="5184338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716" y="5158264"/>
            <a:ext cx="2231350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投稿人：懿娟 劉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904524"/>
            <a:ext cx="713243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首爾：傳統與現代的完美融合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3238262"/>
            <a:ext cx="431959" cy="431959"/>
          </a:xfrm>
          <a:prstGeom prst="roundRect">
            <a:avLst>
              <a:gd name="adj" fmla="val 24005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42812" y="323826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景福宮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542812" y="3729276"/>
            <a:ext cx="290583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韓國最大的宮殿，展現朝鮮王朝的輝煌歷史。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5468" y="3238262"/>
            <a:ext cx="431959" cy="431959"/>
          </a:xfrm>
          <a:prstGeom prst="roundRect">
            <a:avLst>
              <a:gd name="adj" fmla="val 24005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74243" y="323826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北村韓屋村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374243" y="3729276"/>
            <a:ext cx="290583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保存完好的傳統韓屋區，體驗古代韓國生活。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4037" y="5043845"/>
            <a:ext cx="431959" cy="431959"/>
          </a:xfrm>
          <a:prstGeom prst="roundRect">
            <a:avLst>
              <a:gd name="adj" fmla="val 24005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42812" y="504384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東大門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542812" y="5534858"/>
            <a:ext cx="290583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24小時不打烊的購物天堂，現代設計感十足。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695468" y="5043845"/>
            <a:ext cx="431959" cy="431959"/>
          </a:xfrm>
          <a:prstGeom prst="roundRect">
            <a:avLst>
              <a:gd name="adj" fmla="val 24005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74243" y="504384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南山首爾塔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5374243" y="5534858"/>
            <a:ext cx="290583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俯瞰首爾全景的絕佳地點，情侶必去打卡點。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66235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追隨韓劇足跡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96525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景福宮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554974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多部熱門韓劇如《步步驚心：麗》的拍攝地，古色古香的宮廷建築令人驚嘆。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96525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光化門廣場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623929" y="4554974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《鬼怪》等劇的取景地，現代化的廣場與古老的宮殿相映成趣。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3859649"/>
            <a:ext cx="548651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釜山：海港城市的魅力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37" y="4915733"/>
            <a:ext cx="617220" cy="617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577977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海雲臺海灘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864037" y="6270784"/>
            <a:ext cx="294786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釜山最著名的海灘，金色沙灘延綿不絕。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189" y="4915733"/>
            <a:ext cx="617220" cy="617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82189" y="577977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甘川洞彩色村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4182189" y="6270784"/>
            <a:ext cx="294786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充滿藝術氣息的彩色小村，壁畫和鮮艷房屋令人驚豔。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342" y="4915733"/>
            <a:ext cx="617220" cy="617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00342" y="577977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札嘎其市場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500342" y="6270784"/>
            <a:ext cx="294786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韓國最大的海鮮市場，品嚐新鮮海鮮的絕佳地點。</a:t>
            </a:r>
            <a:endParaRPr lang="en-US" sz="1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8495" y="4915733"/>
            <a:ext cx="617220" cy="6172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18495" y="577977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海東龍宮寺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0818495" y="6270784"/>
            <a:ext cx="294786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位於海邊懸崖上的寺廟，景色壯麗迷人。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146" y="795814"/>
            <a:ext cx="5973604" cy="622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濟州島：火山島的自然奇觀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1104900" y="1754148"/>
            <a:ext cx="30480" cy="5679638"/>
          </a:xfrm>
          <a:prstGeom prst="roundRect">
            <a:avLst>
              <a:gd name="adj" fmla="val 308754"/>
            </a:avLst>
          </a:prstGeom>
          <a:solidFill>
            <a:srgbClr val="6D4562"/>
          </a:solidFill>
          <a:ln/>
        </p:spPr>
      </p:sp>
      <p:sp>
        <p:nvSpPr>
          <p:cNvPr id="5" name="Shape 2"/>
          <p:cNvSpPr/>
          <p:nvPr/>
        </p:nvSpPr>
        <p:spPr>
          <a:xfrm>
            <a:off x="1341715" y="2243018"/>
            <a:ext cx="784146" cy="30480"/>
          </a:xfrm>
          <a:prstGeom prst="roundRect">
            <a:avLst>
              <a:gd name="adj" fmla="val 308754"/>
            </a:avLst>
          </a:prstGeom>
          <a:solidFill>
            <a:srgbClr val="6D4562"/>
          </a:solidFill>
          <a:ln/>
        </p:spPr>
      </p:sp>
      <p:sp>
        <p:nvSpPr>
          <p:cNvPr id="6" name="Shape 3"/>
          <p:cNvSpPr/>
          <p:nvPr/>
        </p:nvSpPr>
        <p:spPr>
          <a:xfrm>
            <a:off x="868085" y="2006203"/>
            <a:ext cx="504111" cy="504111"/>
          </a:xfrm>
          <a:prstGeom prst="roundRect">
            <a:avLst>
              <a:gd name="adj" fmla="val 1866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4300" y="2108835"/>
            <a:ext cx="111681" cy="29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352437" y="1978104"/>
            <a:ext cx="2489597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神話主題公園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2352437" y="2423636"/>
            <a:ext cx="6007418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以濟州島傳說為主題的主題公園，充滿奇幻色彩。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41715" y="3718917"/>
            <a:ext cx="784146" cy="30480"/>
          </a:xfrm>
          <a:prstGeom prst="roundRect">
            <a:avLst>
              <a:gd name="adj" fmla="val 308754"/>
            </a:avLst>
          </a:prstGeom>
          <a:solidFill>
            <a:srgbClr val="6D4562"/>
          </a:solidFill>
          <a:ln/>
        </p:spPr>
      </p:sp>
      <p:sp>
        <p:nvSpPr>
          <p:cNvPr id="11" name="Shape 8"/>
          <p:cNvSpPr/>
          <p:nvPr/>
        </p:nvSpPr>
        <p:spPr>
          <a:xfrm>
            <a:off x="868085" y="3482102"/>
            <a:ext cx="504111" cy="504111"/>
          </a:xfrm>
          <a:prstGeom prst="roundRect">
            <a:avLst>
              <a:gd name="adj" fmla="val 1866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2748" y="3584734"/>
            <a:ext cx="174784" cy="29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2352437" y="3454003"/>
            <a:ext cx="2489597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漢拏山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2352437" y="3899535"/>
            <a:ext cx="6007418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韓國最高的山峰，火山口湖和獨特植被吸引登山愛好者。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41715" y="5194816"/>
            <a:ext cx="784146" cy="30480"/>
          </a:xfrm>
          <a:prstGeom prst="roundRect">
            <a:avLst>
              <a:gd name="adj" fmla="val 308754"/>
            </a:avLst>
          </a:prstGeom>
          <a:solidFill>
            <a:srgbClr val="6D4562"/>
          </a:solidFill>
          <a:ln/>
        </p:spPr>
      </p:sp>
      <p:sp>
        <p:nvSpPr>
          <p:cNvPr id="16" name="Shape 13"/>
          <p:cNvSpPr/>
          <p:nvPr/>
        </p:nvSpPr>
        <p:spPr>
          <a:xfrm>
            <a:off x="868085" y="4958001"/>
            <a:ext cx="504111" cy="504111"/>
          </a:xfrm>
          <a:prstGeom prst="roundRect">
            <a:avLst>
              <a:gd name="adj" fmla="val 1866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3462" y="5060633"/>
            <a:ext cx="173236" cy="29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2352437" y="4929902"/>
            <a:ext cx="2489597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城山日出峰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2352437" y="5375434"/>
            <a:ext cx="6007418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世界文化遺產，觀賞日出的最佳地點。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1341715" y="6670715"/>
            <a:ext cx="784146" cy="30480"/>
          </a:xfrm>
          <a:prstGeom prst="roundRect">
            <a:avLst>
              <a:gd name="adj" fmla="val 308754"/>
            </a:avLst>
          </a:prstGeom>
          <a:solidFill>
            <a:srgbClr val="6D4562"/>
          </a:solidFill>
          <a:ln/>
        </p:spPr>
      </p:sp>
      <p:sp>
        <p:nvSpPr>
          <p:cNvPr id="21" name="Shape 18"/>
          <p:cNvSpPr/>
          <p:nvPr/>
        </p:nvSpPr>
        <p:spPr>
          <a:xfrm>
            <a:off x="868085" y="6433899"/>
            <a:ext cx="504111" cy="504111"/>
          </a:xfrm>
          <a:prstGeom prst="roundRect">
            <a:avLst>
              <a:gd name="adj" fmla="val 1866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9176" y="6536531"/>
            <a:ext cx="181928" cy="29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2350" dirty="0"/>
          </a:p>
        </p:txBody>
      </p:sp>
      <p:sp>
        <p:nvSpPr>
          <p:cNvPr id="23" name="Text 20"/>
          <p:cNvSpPr/>
          <p:nvPr/>
        </p:nvSpPr>
        <p:spPr>
          <a:xfrm>
            <a:off x="2352437" y="6405801"/>
            <a:ext cx="2489597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泰迪熊博物館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2352437" y="6851333"/>
            <a:ext cx="6007418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展示各種可愛泰迪熊的特色博物館，適合全家遊覽。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460540"/>
            <a:ext cx="603515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仁川：現代與自然的交匯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516624"/>
            <a:ext cx="3584615" cy="2200275"/>
          </a:xfrm>
          <a:prstGeom prst="roundRect">
            <a:avLst>
              <a:gd name="adj" fmla="val 471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12493" y="27786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松島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612493" y="3269694"/>
            <a:ext cx="306050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現代化的國際商務區，擁有獨特的建築設計和中央公園。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81868" y="2516624"/>
            <a:ext cx="3584615" cy="2200275"/>
          </a:xfrm>
          <a:prstGeom prst="roundRect">
            <a:avLst>
              <a:gd name="adj" fmla="val 471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3924" y="27786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江華島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443924" y="3269694"/>
            <a:ext cx="306050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歷史悠久的島嶼，古代城堡和寺廟保存完好。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4963716"/>
            <a:ext cx="3584615" cy="1805226"/>
          </a:xfrm>
          <a:prstGeom prst="roundRect">
            <a:avLst>
              <a:gd name="adj" fmla="val 5744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12493" y="522577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月尾島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612493" y="5716786"/>
            <a:ext cx="306050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擁有美麗海灘和公園的休閒勝地，適合放鬆身心。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0181868" y="4963716"/>
            <a:ext cx="3584615" cy="1805226"/>
          </a:xfrm>
          <a:prstGeom prst="roundRect">
            <a:avLst>
              <a:gd name="adj" fmla="val 5744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43924" y="522577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仁川唐人街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443924" y="5716786"/>
            <a:ext cx="306050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韓國唯一的官方唐人街，充滿中華文化氛圍。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792248"/>
            <a:ext cx="713243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京畿道：首爾周邊的自然美景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57" y="3130034"/>
            <a:ext cx="3073718" cy="307371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780" y="3130034"/>
            <a:ext cx="3073718" cy="307371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903" y="3130034"/>
            <a:ext cx="3073718" cy="3073718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5026" y="3130034"/>
            <a:ext cx="3073718" cy="30737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9372" y="541853"/>
            <a:ext cx="5252085" cy="54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忠清道：歷史與藝術的寶庫</a:t>
            </a:r>
            <a:endParaRPr lang="en-US" sz="3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72" y="1384459"/>
            <a:ext cx="984885" cy="15757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69651" y="1581388"/>
            <a:ext cx="2188607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扶餘歷史遺跡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969651" y="1972985"/>
            <a:ext cx="6484977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百濟王國的古都，保存許多珍貴的歷史遺跡。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72" y="2960251"/>
            <a:ext cx="984885" cy="15757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69651" y="3157180"/>
            <a:ext cx="2188607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論山陶瓷村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969651" y="3548777"/>
            <a:ext cx="6484977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體驗韓國傳統陶瓷藝術，親手製作獨特的紀念品。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72" y="4536043"/>
            <a:ext cx="984885" cy="15757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69651" y="4732973"/>
            <a:ext cx="2188607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大田科學公園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969651" y="5124569"/>
            <a:ext cx="6484977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韓國最大的科學主題公園，適合全家互動學習。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72" y="6111835"/>
            <a:ext cx="984885" cy="15757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69651" y="6308765"/>
            <a:ext cx="2188607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儒城三湖花園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969651" y="6700361"/>
            <a:ext cx="6484977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美麗的花園和湖泊，四季都有不同的自然景觀。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489" y="679728"/>
            <a:ext cx="6023253" cy="684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全羅道：傳統文化的搖籃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0292" y="1856899"/>
            <a:ext cx="1596985" cy="13770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31099" y="2468523"/>
            <a:ext cx="115253" cy="49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133618" y="2103239"/>
            <a:ext cx="2738080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順天海東龍宮寺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133618" y="2593300"/>
            <a:ext cx="4187785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坐落於海邊懸崖上的寺廟，景色壯麗。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948833" y="3249454"/>
            <a:ext cx="8757523" cy="15240"/>
          </a:xfrm>
          <a:prstGeom prst="roundRect">
            <a:avLst>
              <a:gd name="adj" fmla="val 679140"/>
            </a:avLst>
          </a:prstGeom>
          <a:solidFill>
            <a:srgbClr val="6D456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740" y="3295531"/>
            <a:ext cx="3194090" cy="13770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98714" y="3737610"/>
            <a:ext cx="180142" cy="49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932170" y="3541871"/>
            <a:ext cx="2738080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南原青瓦台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5932170" y="4031933"/>
            <a:ext cx="4680466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朝鮮時代的行政中心，展現傳統建築之美。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747385" y="4688086"/>
            <a:ext cx="7958971" cy="15240"/>
          </a:xfrm>
          <a:prstGeom prst="roundRect">
            <a:avLst>
              <a:gd name="adj" fmla="val 679140"/>
            </a:avLst>
          </a:prstGeom>
          <a:solidFill>
            <a:srgbClr val="6D456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188" y="4734163"/>
            <a:ext cx="4791075" cy="137707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99428" y="5176242"/>
            <a:ext cx="178594" cy="49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6730603" y="4980503"/>
            <a:ext cx="2738080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全州韓屋村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6730603" y="5470565"/>
            <a:ext cx="4680466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韓國最大的傳統韓屋聚落，體驗古代生活。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6545818" y="6126718"/>
            <a:ext cx="7160538" cy="15240"/>
          </a:xfrm>
          <a:prstGeom prst="roundRect">
            <a:avLst>
              <a:gd name="adj" fmla="val 679140"/>
            </a:avLst>
          </a:prstGeom>
          <a:solidFill>
            <a:srgbClr val="6D456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36" y="6172795"/>
            <a:ext cx="6388179" cy="137707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94904" y="6614874"/>
            <a:ext cx="187523" cy="49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7529155" y="6419136"/>
            <a:ext cx="2738080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順天灣國家公園</a:t>
            </a:r>
            <a:endParaRPr lang="en-US" sz="2150" dirty="0"/>
          </a:p>
        </p:txBody>
      </p:sp>
      <p:sp>
        <p:nvSpPr>
          <p:cNvPr id="21" name="Text 15"/>
          <p:cNvSpPr/>
          <p:nvPr/>
        </p:nvSpPr>
        <p:spPr>
          <a:xfrm>
            <a:off x="7529155" y="6909197"/>
            <a:ext cx="4187785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韓國最大的濕地，生態環境豐富多樣。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688896"/>
            <a:ext cx="713243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慶尚道：古今交織的文化寶地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1868329"/>
            <a:ext cx="3522821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1000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1253847" y="299144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慶州古都年歷史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64037" y="3482459"/>
            <a:ext cx="3522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新羅王朝的古都，被譽為「露天博物館」。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757142" y="1868329"/>
            <a:ext cx="3522821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83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5146953" y="299144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大邱塔高度（米）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757142" y="3482459"/>
            <a:ext cx="3522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俯瞰大邱市全景，象徵城市現代化。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4037" y="5136475"/>
            <a:ext cx="3522821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1253847" y="625959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世界文化遺產數量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864037" y="6750606"/>
            <a:ext cx="3522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包括佛國寺、石窟庵和慶州歷史遺址區。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757142" y="5136475"/>
            <a:ext cx="3522821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40M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5146953" y="625959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安東河回村年遊客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4757142" y="6750606"/>
            <a:ext cx="3522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展現朝鮮時代兩班貴族文化的傳統村落。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2024-11-20T06:24:52Z</dcterms:created>
  <dcterms:modified xsi:type="dcterms:W3CDTF">2024-11-20T06:24:52Z</dcterms:modified>
</cp:coreProperties>
</file>