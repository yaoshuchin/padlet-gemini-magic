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未來一年的IT產業趨勢：洞察與展望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全球IT支出預計增長，人工智慧成為主要驅動力。儘管投資熱潮，AI對整體經濟生產力影響仍有待觀察。本報告將深入分析2025年IT產業的關鍵發展方向。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6145887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AI投資：熱潮與現實的落差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人工智慧領域投資正以前所未有的速度增長，然而實際應用與市場預期之間存在明顯差距：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55139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2024-2027年AI資料中心投資將超過1.4兆美元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95346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美國大型企業AI投資顯著增加，但實際應用率偏低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3555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多數AI新創公司尚未實現盈利，市場估值可能過高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75761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企業需要鼓勵開放與實驗文化以克服AI採用障礙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88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AI驅動的產業革新：藥物開發與國防科技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86539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78653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3043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生物醫學突破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534251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AI正加速藥物發現與開發流程，大幅縮短試錯時間。DeepMind的AlphaFold模型在蛋白質結構預測領域取得革命性突破，預計2025年將有多種AI驅動藥物進入臨床試驗階段。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107067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5107067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國防科技應用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854779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AI在國防領域的應用日益重要，從大規模數據分析到無人機系統控制，智能技術正重塑軍事戰略與戰術應用。先進國家正加大國防AI研發投入，構建數位化戰場優勢。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327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AI如何重塑娛樂與電動車產業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影視製作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中國超短劇市場利用AI加速製作流程並大幅降低成本，好萊塢正更深入採用視訊遊戲技術製作電影，實現虛擬製作流程革新。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717" y="4483775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68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智慧電動車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17051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中國電動汽車在設計與技術整合上領先全球，將AI與智慧功能深度融合，重新定義駕駛體驗與車載服務。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326" y="3100149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廣告行銷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2308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廣告業正快速轉向AI工具進行創意內容製作與精準客戶鎖定，智能廣告生成與投放將成為2025年標準。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326" y="5867400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79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AI發展的瓶頸：晶片、資料與生產力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6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8282F"/>
          </a:solidFill>
          <a:ln/>
        </p:spPr>
      </p:sp>
      <p:sp>
        <p:nvSpPr>
          <p:cNvPr id="5" name="Text 2"/>
          <p:cNvSpPr/>
          <p:nvPr/>
        </p:nvSpPr>
        <p:spPr>
          <a:xfrm>
            <a:off x="1133951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硬體資源限制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951" y="3206115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AI計算需求激增，導致高階晶片、記憶體與先進封裝短缺。資料中心耗電量巨大，電網擴容與無碳電力供應成為關鍵挑戰。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50603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8282F"/>
          </a:solidFill>
          <a:ln/>
        </p:spPr>
      </p:sp>
      <p:sp>
        <p:nvSpPr>
          <p:cNvPr id="8" name="Text 5"/>
          <p:cNvSpPr/>
          <p:nvPr/>
        </p:nvSpPr>
        <p:spPr>
          <a:xfrm>
            <a:off x="1133951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資料稀缺問題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33951" y="4875967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高品質文本資料預計將在未來數年逐漸耗盡，AI訓練成本不斷攀升，企業面臨資料取得與使用的合規壓力。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589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8282F"/>
          </a:solidFill>
          <a:ln/>
        </p:spPr>
      </p:sp>
      <p:sp>
        <p:nvSpPr>
          <p:cNvPr id="11" name="Text 8"/>
          <p:cNvSpPr/>
          <p:nvPr/>
        </p:nvSpPr>
        <p:spPr>
          <a:xfrm>
            <a:off x="1133951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生產力提升緩慢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33951" y="6545818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企業全面採用AI技術預計需要數十年時間，短期內難以見到顯著的整體經濟生產力提升，投資回報週期拉長。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692152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AI的法律邊界：著作權與深度偽造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26644"/>
            <a:ext cx="3228737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2025年法律與監管重點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574280" y="23193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創意產業對生成式AI公司提起大量著作權侵權訴訟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72141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關鍵法律判例將在2025年確立，影響科技產業發展方向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12348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全球立法機關加速制定「深度偽造」新法規，應對詐騙與虛假資訊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352556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各國著作權法改革進行中，尋求科技創新與智慧財產保護平衡點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074"/>
            <a:ext cx="8151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數位轉型：5G、金融與網路安全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6481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通訊網路演進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139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5G訂閱數預計激增，覆蓋範圍普及速度加快。衛星網路服務（如StarLink）將為偏遠地區提供高速連接，全球數位鴻溝有望縮小。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326481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金融科技融合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61391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傳統銀行與金融科技界線日益模糊，數位金融服務普及率提高。央行數位貨幣研發與試點推進，支付與金融基礎設施升級。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326481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資安挑戰加劇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139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網路安全威脅日益嚴峻，預計將有數億起針對關鍵基礎設施的網路攻擊。企業資安支出將大幅增加，資安人才需求持續攀升。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63046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AI應用的區域差異與機會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全球AI應用格局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不同地區在AI技術應用上呈現明顯差異：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83475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北美：企業級AI應用成熟，法規框架逐步完善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23683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歐洲：注重AI倫理與隱私保護，制定全面監管標準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63890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亞太：消費級AI應用普及，製造業智能化轉型加速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638" y="404098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新興市場：特定場景AI應用蓬勃發展，解決本地化需求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4109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台灣科技產業的機遇與挑戰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93050"/>
            <a:ext cx="3664744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半導體優勢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210282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台灣在高階晶片製造領域的領導地位將在AI時代獲得更大價值，先進製程需求攀升，帶動相關產業鏈成長。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9305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人才培育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210282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加速培養AI與數位轉型人才是關鍵挑戰，跨領域人才需求增加，教育體系需快速調整適應新技術發展。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5520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42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產業轉型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327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傳統製造業需加速智能化升級，建立數據驅動的生產與管理體系，提升全球供應鏈韌性與競爭力。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34996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2025年IT產業：矛盾與機遇並存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26644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展望未來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574280" y="23193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AI與新興技術領域投資持續增長，技術進步驚人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72141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技術、商業與法規層面的多重挑戰仍需克服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12348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AI對整體經濟的深遠影響將逐步顯現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352556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企業需建立前瞻視野，積極應對挑戰並把握轉型機遇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2025-07-26T03:56:45Z</dcterms:created>
  <dcterms:modified xsi:type="dcterms:W3CDTF">2025-07-26T03:56:45Z</dcterms:modified>
</cp:coreProperties>
</file>