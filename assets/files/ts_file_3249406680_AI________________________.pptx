
<file path=[Content_Types].xml><?xml version="1.0" encoding="utf-8"?>
<Types xmlns="http://schemas.openxmlformats.org/package/2006/content-types">
  <Default Extension="png" ContentType="image/png"/>
  <Default Extension="fntdata" ContentType="application/x-fontdata"/>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theme/theme1.xml" ContentType="application/vnd.openxmlformats-officedocument.theme+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Lst>
  <p:sldSz cx="12192000" cy="6858000"/>
  <p:notesSz cx="6858000" cy="9144000"/>
  <p:embeddedFontLst>
    <p:embeddedFont>
      <p:font typeface="Barlow Condensed Medium"/>
      <p:regular r:id="rId17"/>
    </p:embeddedFont>
    <p:embeddedFont>
      <p:font typeface="SourceHanSerifJP-Bold"/>
      <p:regular r:id="rId18"/>
    </p:embeddedFont>
    <p:embeddedFont>
      <p:font typeface="Source Han Sans"/>
      <p:regular r:id="rId19"/>
    </p:embeddedFont>
    <p:embeddedFont>
      <p:font typeface="SourceHanSerifJP-Regular"/>
      <p:regular r:id="rId20"/>
    </p:embeddedFont>
    <p:embeddedFont>
      <p:font typeface="OPPOSans L"/>
      <p:regular r:id="rId21"/>
    </p:embeddedFont>
    <p:embeddedFont>
      <p:font typeface="OPPOSans H"/>
      <p:regular r:id="rId22"/>
    </p:embeddedFont>
  </p:embeddedFontLst>
</p:presentation>
</file>

<file path=ppt/_rels/presentation.xml.rels><?xml version="1.0" encoding="UTF-8" standalone="yes"?>
<Relationships xmlns="http://schemas.openxmlformats.org/package/2006/relationships">
<Relationship Id="rId1" Type="http://schemas.openxmlformats.org/officeDocument/2006/relationships/theme" Target="theme/theme1.xml"/>
<Relationship Id="rId2" Type="http://schemas.openxmlformats.org/officeDocument/2006/relationships/slideMaster" Target="slideMasters/slideMaster1.xml"/>
<Relationship Id="rId3" Type="http://schemas.openxmlformats.org/officeDocument/2006/relationships/slide" Target="slides/slide1.xml"/>
<Relationship Id="rId4" Type="http://schemas.openxmlformats.org/officeDocument/2006/relationships/slide" Target="slides/slide2.xml"/>
<Relationship Id="rId5" Type="http://schemas.openxmlformats.org/officeDocument/2006/relationships/slide" Target="slides/slide3.xml"/>
<Relationship Id="rId6" Type="http://schemas.openxmlformats.org/officeDocument/2006/relationships/slide" Target="slides/slide4.xml"/>
<Relationship Id="rId7" Type="http://schemas.openxmlformats.org/officeDocument/2006/relationships/slide" Target="slides/slide5.xml"/>
<Relationship Id="rId8" Type="http://schemas.openxmlformats.org/officeDocument/2006/relationships/slide" Target="slides/slide6.xml"/>
<Relationship Id="rId9" Type="http://schemas.openxmlformats.org/officeDocument/2006/relationships/slide" Target="slides/slide7.xml"/>
<Relationship Id="rId10" Type="http://schemas.openxmlformats.org/officeDocument/2006/relationships/slide" Target="slides/slide8.xml"/>
<Relationship Id="rId11" Type="http://schemas.openxmlformats.org/officeDocument/2006/relationships/slide" Target="slides/slide9.xml"/>
<Relationship Id="rId12" Type="http://schemas.openxmlformats.org/officeDocument/2006/relationships/slide" Target="slides/slide10.xml"/>
<Relationship Id="rId13" Type="http://schemas.openxmlformats.org/officeDocument/2006/relationships/slide" Target="slides/slide11.xml"/>
<Relationship Id="rId14" Type="http://schemas.openxmlformats.org/officeDocument/2006/relationships/slide" Target="slides/slide12.xml"/>
<Relationship Id="rId15" Type="http://schemas.openxmlformats.org/officeDocument/2006/relationships/slide" Target="slides/slide13.xml"/>
<Relationship Id="rId16" Type="http://schemas.openxmlformats.org/officeDocument/2006/relationships/slide" Target="slides/slide14.xml"/>
<Relationship Id="rId17" Type="http://schemas.openxmlformats.org/officeDocument/2006/relationships/font" Target="fonts/font1.fntdata"/>
<Relationship Id="rId18" Type="http://schemas.openxmlformats.org/officeDocument/2006/relationships/font" Target="fonts/font5.fntdata"/>
<Relationship Id="rId19" Type="http://schemas.openxmlformats.org/officeDocument/2006/relationships/font" Target="fonts/font4.fntdata"/>
<Relationship Id="rId20" Type="http://schemas.openxmlformats.org/officeDocument/2006/relationships/font" Target="fonts/font6.fntdata"/>
<Relationship Id="rId21" Type="http://schemas.openxmlformats.org/officeDocument/2006/relationships/font" Target="fonts/font2.fntdata"/>
<Relationship Id="rId22" Type="http://schemas.openxmlformats.org/officeDocument/2006/relationships/font" Target="fonts/font3.fntdata"/>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cSld>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theme" Target="../theme/theme1.xml"/>
<Relationship Id="rId2"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2"/>
  </p:sldLayoutIdLst>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1.png"/>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5.png"/>
<Relationship Id="rId3" Type="http://schemas.openxmlformats.org/officeDocument/2006/relationships/image" Target="../media/image10.png"/>
<Relationship Id="rId4" Type="http://schemas.openxmlformats.org/officeDocument/2006/relationships/image" Target="../media/image4.png"/>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7.png"/>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11.png"/>
<Relationship Id="rId3" Type="http://schemas.openxmlformats.org/officeDocument/2006/relationships/image" Target="../media/image2.png"/>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3.jpeg"/>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6.jpeg"/>
<Relationship Id="rId3" Type="http://schemas.openxmlformats.org/officeDocument/2006/relationships/image" Target="../media/image9.png"/>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image" Target="../media/image8.png"/>
<Relationship Id="rId3" Type="http://schemas.openxmlformats.org/officeDocument/2006/relationships/image" Target="../media/image1.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
          <p:cNvPicPr>
            <a:picLocks noChangeAspect="1"/>
          </p:cNvPicPr>
          <p:nvPr/>
        </p:nvPicPr>
        <p:blipFill>
          <a:blip r:embed="rId2">
            <a:alphaModFix amt="100000"/>
          </a:blip>
          <a:srcRect l="8157" t="0" r="8157" b="0"/>
          <a:stretch>
            <a:fillRect/>
          </a:stretch>
        </p:blipFill>
        <p:spPr>
          <a:xfrm rot="0" flipH="0" flipV="0">
            <a:off x="220508" y="1627829"/>
            <a:ext cx="5160227" cy="4644646"/>
          </a:xfrm>
          <a:prstGeom prst="rect">
            <a:avLst/>
          </a:prstGeom>
          <a:noFill/>
          <a:ln>
            <a:noFill/>
          </a:ln>
        </p:spPr>
      </p:pic>
      <p:sp>
        <p:nvSpPr>
          <p:cNvPr id="3" name="标题 1"/>
          <p:cNvSpPr txBox="1"/>
          <p:nvPr/>
        </p:nvSpPr>
        <p:spPr>
          <a:xfrm rot="0" flipH="0" flipV="0">
            <a:off x="9613235" y="863331"/>
            <a:ext cx="1939980" cy="29013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grpSp>
        <p:nvGrpSpPr>
          <p:cNvPr id="4" name=""/>
          <p:cNvGrpSpPr/>
          <p:nvPr/>
        </p:nvGrpSpPr>
        <p:grpSpPr>
          <a:xfrm>
            <a:off x="6096000" y="5375556"/>
            <a:ext cx="4101725" cy="373261"/>
            <a:chOff x="6096000" y="5375556"/>
            <a:chExt cx="4101725" cy="373261"/>
          </a:xfrm>
        </p:grpSpPr>
        <p:sp>
          <p:nvSpPr>
            <p:cNvPr id="5" name="标题 1"/>
            <p:cNvSpPr txBox="1"/>
            <p:nvPr/>
          </p:nvSpPr>
          <p:spPr>
            <a:xfrm rot="0" flipH="0" flipV="0">
              <a:off x="6096000" y="5386867"/>
              <a:ext cx="4101725" cy="361950"/>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rot="0" flipH="0" flipV="0">
              <a:off x="6104768" y="5375556"/>
              <a:ext cx="4084190" cy="369332"/>
            </a:xfrm>
            <a:prstGeom prst="rect">
              <a:avLst/>
            </a:prstGeom>
            <a:noFill/>
            <a:ln>
              <a:noFill/>
            </a:ln>
          </p:spPr>
          <p:txBody>
            <a:bodyPr vert="horz" wrap="square" lIns="91440" tIns="45720" rIns="91440" bIns="45720" rtlCol="0" anchor="t"/>
            <a:lstStyle/>
            <a:p>
              <a:pPr algn="ctr"/>
              <a:r>
                <a:rPr kumimoji="1" lang="en-US" altLang="zh-CN" sz="1800">
                  <a:ln w="12700">
                    <a:noFill/>
                  </a:ln>
                  <a:solidFill>
                    <a:srgbClr val="FFFFFF">
                      <a:alpha val="100000"/>
                    </a:srgbClr>
                  </a:solidFill>
                  <a:latin typeface="Barlow Condensed Medium"/>
                  <a:ea typeface="Barlow Condensed Medium"/>
                  <a:cs typeface="Barlow Condensed Medium"/>
                </a:rPr>
                <a:t>Here is where your presentation begins</a:t>
              </a:r>
              <a:endParaRPr kumimoji="1" lang="zh-CN" altLang="en-US"/>
            </a:p>
          </p:txBody>
        </p:sp>
      </p:grpSp>
      <p:sp>
        <p:nvSpPr>
          <p:cNvPr id="7"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0" flipH="0" flipV="0">
            <a:off x="6096000" y="1416133"/>
            <a:ext cx="5715665" cy="3770319"/>
          </a:xfrm>
          <a:prstGeom prst="rect">
            <a:avLst/>
          </a:prstGeom>
          <a:noFill/>
          <a:ln>
            <a:noFill/>
          </a:ln>
        </p:spPr>
        <p:txBody>
          <a:bodyPr vert="horz" wrap="square" lIns="91440" tIns="45720" rIns="91440" bIns="45720" rtlCol="0" anchor="ctr"/>
          <a:lstStyle/>
          <a:p>
            <a:pPr algn="l"/>
            <a:r>
              <a:rPr kumimoji="1" lang="en-US" altLang="zh-CN" sz="4600">
                <a:ln w="12700">
                  <a:noFill/>
                </a:ln>
                <a:solidFill>
                  <a:srgbClr val="000000">
                    <a:alpha val="100000"/>
                  </a:srgbClr>
                </a:solidFill>
                <a:latin typeface="SourceHanSerifJP-Bold"/>
                <a:ea typeface="SourceHanSerifJP-Bold"/>
                <a:cs typeface="SourceHanSerifJP-Bold"/>
              </a:rPr>
              <a:t>AI時代におけるメディアリテラシーの重要性と未来展望</a:t>
            </a:r>
            <a:endParaRPr kumimoji="1" lang="zh-CN" altLang="en-US"/>
          </a:p>
        </p:txBody>
      </p:sp>
      <p:grpSp>
        <p:nvGrpSpPr>
          <p:cNvPr id="9" name=""/>
          <p:cNvGrpSpPr/>
          <p:nvPr/>
        </p:nvGrpSpPr>
        <p:grpSpPr>
          <a:xfrm>
            <a:off x="6224171" y="1087631"/>
            <a:ext cx="742978" cy="174176"/>
            <a:chOff x="6224171" y="1087631"/>
            <a:chExt cx="742978" cy="174176"/>
          </a:xfrm>
        </p:grpSpPr>
        <p:sp>
          <p:nvSpPr>
            <p:cNvPr id="10" name="标题 1"/>
            <p:cNvSpPr txBox="1"/>
            <p:nvPr/>
          </p:nvSpPr>
          <p:spPr>
            <a:xfrm rot="0" flipH="0" flipV="0">
              <a:off x="6792973" y="1087631"/>
              <a:ext cx="174176" cy="174176"/>
            </a:xfrm>
            <a:prstGeom prst="ellipse">
              <a:avLst/>
            </a:prstGeom>
            <a:solidFill>
              <a:schemeClr val="accent3">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6508572" y="1087631"/>
              <a:ext cx="174176" cy="174176"/>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6224171" y="1087631"/>
              <a:ext cx="174176" cy="174176"/>
            </a:xfrm>
            <a:prstGeom prst="ellipse">
              <a:avLst/>
            </a:prstGeom>
            <a:solidFill>
              <a:schemeClr val="accent3">
                <a:lumMod val="40000"/>
                <a:lumOff val="6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3" name=""/>
          <p:cNvGrpSpPr/>
          <p:nvPr/>
        </p:nvGrpSpPr>
        <p:grpSpPr>
          <a:xfrm>
            <a:off x="6198024" y="5903143"/>
            <a:ext cx="1867803" cy="369332"/>
            <a:chOff x="6198024" y="5903143"/>
            <a:chExt cx="1867803" cy="369332"/>
          </a:xfrm>
        </p:grpSpPr>
        <p:sp>
          <p:nvSpPr>
            <p:cNvPr id="14" name="标题 1"/>
            <p:cNvSpPr txBox="1"/>
            <p:nvPr/>
          </p:nvSpPr>
          <p:spPr>
            <a:xfrm rot="0" flipH="0" flipV="0">
              <a:off x="6406493" y="5903143"/>
              <a:ext cx="1659334" cy="369332"/>
            </a:xfrm>
            <a:prstGeom prst="rect">
              <a:avLst/>
            </a:prstGeom>
            <a:noFill/>
            <a:ln>
              <a:noFill/>
            </a:ln>
          </p:spPr>
          <p:txBody>
            <a:bodyPr vert="horz" wrap="square" lIns="91440" tIns="45720" rIns="91440" bIns="45720" rtlCol="0" anchor="t"/>
            <a:lstStyle/>
            <a:p>
              <a:pPr algn="l"/>
              <a:r>
                <a:rPr kumimoji="1" lang="en-US" altLang="zh-CN" sz="1800">
                  <a:ln w="12700">
                    <a:noFill/>
                  </a:ln>
                  <a:solidFill>
                    <a:srgbClr val="000000">
                      <a:alpha val="100000"/>
                    </a:srgbClr>
                  </a:solidFill>
                  <a:latin typeface="Barlow Condensed Medium"/>
                  <a:ea typeface="Barlow Condensed Medium"/>
                  <a:cs typeface="Barlow Condensed Medium"/>
                </a:rPr>
                <a:t>20XX-XX-XX</a:t>
              </a:r>
              <a:endParaRPr kumimoji="1" lang="zh-CN" altLang="en-US"/>
            </a:p>
          </p:txBody>
        </p:sp>
        <p:pic>
          <p:nvPicPr>
            <p:cNvPr id="15" name=""/>
            <p:cNvPicPr>
              <a:picLocks noChangeAspect="1"/>
            </p:cNvPicPr>
            <p:nvPr/>
          </p:nvPicPr>
          <p:blipFill>
            <a:blip r:embed="rId3">
              <a:alphaModFix amt="100000"/>
            </a:blip>
            <a:srcRect l="0" t="0" r="0" b="0"/>
            <a:stretch>
              <a:fillRect/>
            </a:stretch>
          </p:blipFill>
          <p:spPr>
            <a:xfrm rot="0" flipH="0" flipV="0">
              <a:off x="6198024" y="5937920"/>
              <a:ext cx="299779" cy="299779"/>
            </a:xfrm>
            <a:prstGeom prst="rect">
              <a:avLst/>
            </a:prstGeom>
            <a:noFill/>
            <a:ln>
              <a:noFill/>
            </a:ln>
          </p:spPr>
        </p:pic>
      </p:grpSp>
      <p:grpSp>
        <p:nvGrpSpPr>
          <p:cNvPr id="16" name=""/>
          <p:cNvGrpSpPr/>
          <p:nvPr/>
        </p:nvGrpSpPr>
        <p:grpSpPr>
          <a:xfrm>
            <a:off x="-2" y="0"/>
            <a:ext cx="4111304" cy="1828800"/>
            <a:chOff x="-2" y="0"/>
            <a:chExt cx="4111304" cy="1828800"/>
          </a:xfrm>
        </p:grpSpPr>
        <p:sp>
          <p:nvSpPr>
            <p:cNvPr id="17" name="标题 1"/>
            <p:cNvSpPr txBox="1"/>
            <p:nvPr/>
          </p:nvSpPr>
          <p:spPr>
            <a:xfrm rot="0" flipH="0" flipV="0">
              <a:off x="1205201" y="1"/>
              <a:ext cx="2906101" cy="758404"/>
            </a:xfrm>
            <a:custGeom>
              <a:avLst/>
              <a:gdLst>
                <a:gd name="connsiteX0" fmla="*/ 0 w 2640295"/>
                <a:gd name="connsiteY0" fmla="*/ 0 h 689037"/>
                <a:gd name="connsiteX1" fmla="*/ 2640295 w 2640295"/>
                <a:gd name="connsiteY1" fmla="*/ 0 h 689037"/>
                <a:gd name="connsiteX2" fmla="*/ 2448757 w 2640295"/>
                <a:gd name="connsiteY2" fmla="*/ 83534 h 689037"/>
                <a:gd name="connsiteX3" fmla="*/ 2214457 w 2640295"/>
                <a:gd name="connsiteY3" fmla="*/ 166849 h 689037"/>
                <a:gd name="connsiteX4" fmla="*/ 1150809 w 2640295"/>
                <a:gd name="connsiteY4" fmla="*/ 673723 h 689037"/>
                <a:gd name="connsiteX5" fmla="*/ 6599 w 2640295"/>
                <a:gd name="connsiteY5" fmla="*/ 6801 h 689037"/>
              </a:gdLst>
              <a:rect l="l" t="t" r="r" b="b"/>
              <a:pathLst>
                <a:path w="2640295" h="689037">
                  <a:moveTo>
                    <a:pt x="0" y="0"/>
                  </a:moveTo>
                  <a:lnTo>
                    <a:pt x="2640295" y="0"/>
                  </a:lnTo>
                  <a:lnTo>
                    <a:pt x="2448757" y="83534"/>
                  </a:lnTo>
                  <a:cubicBezTo>
                    <a:pt x="2373047" y="113084"/>
                    <a:pt x="2294367" y="140785"/>
                    <a:pt x="2214457" y="166849"/>
                  </a:cubicBezTo>
                  <a:cubicBezTo>
                    <a:pt x="1575177" y="375365"/>
                    <a:pt x="1763318" y="771725"/>
                    <a:pt x="1150809" y="673723"/>
                  </a:cubicBezTo>
                  <a:cubicBezTo>
                    <a:pt x="806273" y="618597"/>
                    <a:pt x="342915" y="333858"/>
                    <a:pt x="6599" y="6801"/>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0" flipH="0" flipV="0">
              <a:off x="-2" y="0"/>
              <a:ext cx="2086385" cy="1726662"/>
            </a:xfrm>
            <a:custGeom>
              <a:avLst/>
              <a:gdLst>
                <a:gd name="connsiteX0" fmla="*/ 0 w 1647334"/>
                <a:gd name="connsiteY0" fmla="*/ 0 h 1568733"/>
                <a:gd name="connsiteX1" fmla="*/ 1611747 w 1647334"/>
                <a:gd name="connsiteY1" fmla="*/ 0 h 1568733"/>
                <a:gd name="connsiteX2" fmla="*/ 1629530 w 1647334"/>
                <a:gd name="connsiteY2" fmla="*/ 42912 h 1568733"/>
                <a:gd name="connsiteX3" fmla="*/ 792698 w 1647334"/>
                <a:gd name="connsiteY3" fmla="*/ 894314 h 1568733"/>
                <a:gd name="connsiteX4" fmla="*/ 313 w 1647334"/>
                <a:gd name="connsiteY4" fmla="*/ 1568105 h 1568733"/>
                <a:gd name="connsiteX5" fmla="*/ 0 w 1647334"/>
                <a:gd name="connsiteY5" fmla="*/ 1568061 h 1568733"/>
              </a:gdLst>
              <a:rect l="l" t="t" r="r" b="b"/>
              <a:pathLst>
                <a:path w="1647334" h="1568733">
                  <a:moveTo>
                    <a:pt x="0" y="0"/>
                  </a:moveTo>
                  <a:lnTo>
                    <a:pt x="1611747" y="0"/>
                  </a:lnTo>
                  <a:lnTo>
                    <a:pt x="1629530" y="42912"/>
                  </a:lnTo>
                  <a:cubicBezTo>
                    <a:pt x="1753119" y="445915"/>
                    <a:pt x="1207401" y="659634"/>
                    <a:pt x="792698" y="894314"/>
                  </a:cubicBezTo>
                  <a:cubicBezTo>
                    <a:pt x="377995" y="1128994"/>
                    <a:pt x="370274" y="1588035"/>
                    <a:pt x="313" y="1568105"/>
                  </a:cubicBezTo>
                  <a:lnTo>
                    <a:pt x="0" y="1568061"/>
                  </a:ln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rot="0" flipH="0" flipV="0">
              <a:off x="-1" y="0"/>
              <a:ext cx="2209801" cy="1828800"/>
            </a:xfrm>
            <a:custGeom>
              <a:avLst/>
              <a:gdLst>
                <a:gd name="connsiteX0" fmla="*/ 0 w 1744779"/>
                <a:gd name="connsiteY0" fmla="*/ 0 h 1661529"/>
                <a:gd name="connsiteX1" fmla="*/ 1688912 w 1744779"/>
                <a:gd name="connsiteY1" fmla="*/ 0 h 1661529"/>
                <a:gd name="connsiteX2" fmla="*/ 1726449 w 1744779"/>
                <a:gd name="connsiteY2" fmla="*/ 90579 h 1661529"/>
                <a:gd name="connsiteX3" fmla="*/ 864866 w 1744779"/>
                <a:gd name="connsiteY3" fmla="*/ 967163 h 1661529"/>
                <a:gd name="connsiteX4" fmla="*/ 49045 w 1744779"/>
                <a:gd name="connsiteY4" fmla="*/ 1660882 h 1661529"/>
                <a:gd name="connsiteX5" fmla="*/ 0 w 1744779"/>
                <a:gd name="connsiteY5" fmla="*/ 1654048 h 1661529"/>
              </a:gdLst>
              <a:rect l="l" t="t" r="r" b="b"/>
              <a:pathLst>
                <a:path w="1744779" h="1661529">
                  <a:moveTo>
                    <a:pt x="0" y="0"/>
                  </a:moveTo>
                  <a:lnTo>
                    <a:pt x="1688912" y="0"/>
                  </a:lnTo>
                  <a:lnTo>
                    <a:pt x="1726449" y="90579"/>
                  </a:lnTo>
                  <a:cubicBezTo>
                    <a:pt x="1853693" y="505502"/>
                    <a:pt x="1291834" y="725542"/>
                    <a:pt x="864866" y="967163"/>
                  </a:cubicBezTo>
                  <a:cubicBezTo>
                    <a:pt x="437898" y="1208784"/>
                    <a:pt x="429948" y="1681402"/>
                    <a:pt x="49045" y="1660882"/>
                  </a:cubicBezTo>
                  <a:lnTo>
                    <a:pt x="0" y="1654048"/>
                  </a:lnTo>
                  <a:close/>
                </a:path>
              </a:pathLst>
            </a:custGeom>
            <a:noFill/>
            <a:ln w="12700" cap="sq">
              <a:solidFill>
                <a:schemeClr val="accent2"/>
              </a:solidFill>
              <a:miter/>
            </a:ln>
          </p:spPr>
          <p:txBody>
            <a:bodyPr vert="horz" wrap="square" lIns="91440" tIns="45720" rIns="91440" bIns="45720" rtlCol="0" anchor="ctr"/>
            <a:lstStyle/>
            <a:p>
              <a:pPr algn="ctr"/>
              <a:endParaRPr kumimoji="1" lang="zh-CN" altLang="en-US"/>
            </a:p>
          </p:txBody>
        </p:sp>
      </p:grpSp>
      <p:grpSp>
        <p:nvGrpSpPr>
          <p:cNvPr id="20" name=""/>
          <p:cNvGrpSpPr/>
          <p:nvPr/>
        </p:nvGrpSpPr>
        <p:grpSpPr>
          <a:xfrm>
            <a:off x="9744740" y="0"/>
            <a:ext cx="2447262" cy="1828800"/>
            <a:chOff x="9744740" y="0"/>
            <a:chExt cx="2447262" cy="1828800"/>
          </a:xfrm>
        </p:grpSpPr>
        <p:sp>
          <p:nvSpPr>
            <p:cNvPr id="21" name="标题 1"/>
            <p:cNvSpPr txBox="1"/>
            <p:nvPr/>
          </p:nvSpPr>
          <p:spPr>
            <a:xfrm rot="0" flipH="0" flipV="0">
              <a:off x="9902575" y="0"/>
              <a:ext cx="2289427" cy="1663087"/>
            </a:xfrm>
            <a:custGeom>
              <a:avLst/>
              <a:gdLst>
                <a:gd name="connsiteX0" fmla="*/ 0 w 1877463"/>
                <a:gd name="connsiteY0" fmla="*/ 0 h 1363828"/>
                <a:gd name="connsiteX1" fmla="*/ 1877463 w 1877463"/>
                <a:gd name="connsiteY1" fmla="*/ 0 h 1363828"/>
                <a:gd name="connsiteX2" fmla="*/ 1877463 w 1877463"/>
                <a:gd name="connsiteY2" fmla="*/ 1363828 h 1363828"/>
                <a:gd name="connsiteX3" fmla="*/ 1861534 w 1877463"/>
                <a:gd name="connsiteY3" fmla="*/ 1355960 h 1363828"/>
                <a:gd name="connsiteX4" fmla="*/ 1389783 w 1877463"/>
                <a:gd name="connsiteY4" fmla="*/ 609600 h 1363828"/>
                <a:gd name="connsiteX5" fmla="*/ 19915 w 1877463"/>
                <a:gd name="connsiteY5" fmla="*/ 50568 h 1363828"/>
              </a:gdLst>
              <a:rect l="l" t="t" r="r" b="b"/>
              <a:pathLst>
                <a:path w="1877463" h="1363828">
                  <a:moveTo>
                    <a:pt x="0" y="0"/>
                  </a:moveTo>
                  <a:lnTo>
                    <a:pt x="1877463" y="0"/>
                  </a:lnTo>
                  <a:lnTo>
                    <a:pt x="1877463" y="1363828"/>
                  </a:lnTo>
                  <a:lnTo>
                    <a:pt x="1861534" y="1355960"/>
                  </a:lnTo>
                  <a:cubicBezTo>
                    <a:pt x="1696193" y="1245286"/>
                    <a:pt x="1675581" y="817610"/>
                    <a:pt x="1389783" y="609600"/>
                  </a:cubicBezTo>
                  <a:cubicBezTo>
                    <a:pt x="1083571" y="386732"/>
                    <a:pt x="248165" y="486146"/>
                    <a:pt x="19915" y="50568"/>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rot="0" flipH="0" flipV="0">
              <a:off x="9744740" y="0"/>
              <a:ext cx="2447261" cy="1828800"/>
            </a:xfrm>
            <a:custGeom>
              <a:avLst/>
              <a:gdLst>
                <a:gd name="connsiteX0" fmla="*/ 0 w 2006896"/>
                <a:gd name="connsiteY0" fmla="*/ 0 h 1499722"/>
                <a:gd name="connsiteX1" fmla="*/ 2006896 w 2006896"/>
                <a:gd name="connsiteY1" fmla="*/ 0 h 1499722"/>
                <a:gd name="connsiteX2" fmla="*/ 2006896 w 2006896"/>
                <a:gd name="connsiteY2" fmla="*/ 1499722 h 1499722"/>
                <a:gd name="connsiteX3" fmla="*/ 1962972 w 2006896"/>
                <a:gd name="connsiteY3" fmla="*/ 1491786 h 1499722"/>
                <a:gd name="connsiteX4" fmla="*/ 1442030 w 2006896"/>
                <a:gd name="connsiteY4" fmla="*/ 709649 h 1499722"/>
                <a:gd name="connsiteX5" fmla="*/ 3476 w 2006896"/>
                <a:gd name="connsiteY5" fmla="*/ 41498 h 1499722"/>
              </a:gdLst>
              <a:rect l="l" t="t" r="r" b="b"/>
              <a:pathLst>
                <a:path w="2006896" h="1499722">
                  <a:moveTo>
                    <a:pt x="0" y="0"/>
                  </a:moveTo>
                  <a:lnTo>
                    <a:pt x="2006896" y="0"/>
                  </a:lnTo>
                  <a:lnTo>
                    <a:pt x="2006896" y="1499722"/>
                  </a:lnTo>
                  <a:lnTo>
                    <a:pt x="1962972" y="1491786"/>
                  </a:lnTo>
                  <a:cubicBezTo>
                    <a:pt x="1756919" y="1423160"/>
                    <a:pt x="1755089" y="937501"/>
                    <a:pt x="1442030" y="709649"/>
                  </a:cubicBezTo>
                  <a:cubicBezTo>
                    <a:pt x="1108099" y="466606"/>
                    <a:pt x="158598" y="598449"/>
                    <a:pt x="3476" y="41498"/>
                  </a:cubicBezTo>
                  <a:close/>
                </a:path>
              </a:pathLst>
            </a:custGeom>
            <a:noFill/>
            <a:ln w="12700" cap="sq">
              <a:solidFill>
                <a:schemeClr val="accent3"/>
              </a:solidFill>
              <a:miter/>
            </a:ln>
          </p:spPr>
          <p:txBody>
            <a:bodyPr vert="horz" wrap="square" lIns="91440" tIns="45720" rIns="91440" bIns="45720" rtlCol="0" anchor="ctr"/>
            <a:lstStyle/>
            <a:p>
              <a:pPr algn="ctr"/>
              <a:endParaRPr kumimoji="1" lang="zh-CN" altLang="en-US"/>
            </a:p>
          </p:txBody>
        </p:sp>
      </p:grpSp>
    </p:spTree>
  </p:cSld>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0" y="0"/>
            <a:ext cx="2973600" cy="3606885"/>
          </a:xfrm>
          <a:custGeom>
            <a:avLst/>
            <a:gdLst>
              <a:gd name="connsiteX0" fmla="*/ 1879493 w 3069366"/>
              <a:gd name="connsiteY0" fmla="*/ 0 h 3723046"/>
              <a:gd name="connsiteX1" fmla="*/ 3069366 w 3069366"/>
              <a:gd name="connsiteY1" fmla="*/ 0 h 3723046"/>
              <a:gd name="connsiteX2" fmla="*/ 40957 w 3069366"/>
              <a:gd name="connsiteY2" fmla="*/ 3715732 h 3723046"/>
              <a:gd name="connsiteX3" fmla="*/ 0 w 3069366"/>
              <a:gd name="connsiteY3" fmla="*/ 3723046 h 3723046"/>
              <a:gd name="connsiteX4" fmla="*/ 0 w 3069366"/>
              <a:gd name="connsiteY4" fmla="*/ 2498905 h 3723046"/>
              <a:gd name="connsiteX5" fmla="*/ 50605 w 3069366"/>
              <a:gd name="connsiteY5" fmla="*/ 2485893 h 3723046"/>
              <a:gd name="connsiteX6" fmla="*/ 1879493 w 3069366"/>
              <a:gd name="connsiteY6" fmla="*/ 0 h 3723046"/>
            </a:gdLst>
            <a:rect l="l" t="t" r="r" b="b"/>
            <a:pathLst>
              <a:path w="3069366" h="3723046">
                <a:moveTo>
                  <a:pt x="1879493" y="0"/>
                </a:moveTo>
                <a:lnTo>
                  <a:pt x="3069366" y="0"/>
                </a:lnTo>
                <a:cubicBezTo>
                  <a:pt x="3069366" y="1832862"/>
                  <a:pt x="1769267" y="3362069"/>
                  <a:pt x="40957" y="3715732"/>
                </a:cubicBezTo>
                <a:lnTo>
                  <a:pt x="0" y="3723046"/>
                </a:lnTo>
                <a:lnTo>
                  <a:pt x="0" y="2498905"/>
                </a:lnTo>
                <a:lnTo>
                  <a:pt x="50605" y="2485893"/>
                </a:lnTo>
                <a:cubicBezTo>
                  <a:pt x="1110170" y="2156334"/>
                  <a:pt x="1879493" y="1168010"/>
                  <a:pt x="1879493" y="0"/>
                </a:cubicBezTo>
                <a:close/>
              </a:path>
            </a:pathLst>
          </a:cu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0" flipH="0" flipV="0">
            <a:off x="2918367" y="1497572"/>
            <a:ext cx="4013200" cy="558800"/>
          </a:xfrm>
          <a:prstGeom prst="rect">
            <a:avLst/>
          </a:prstGeom>
          <a:noFill/>
          <a:ln w="12700" cap="sq">
            <a:noFill/>
            <a:miter/>
          </a:ln>
        </p:spPr>
        <p:txBody>
          <a:bodyPr vert="horz" wrap="square" lIns="0" tIns="0" rIns="0" bIns="0" rtlCol="0" anchor="ctr">
            <a:spAutoFit/>
          </a:bodyPr>
          <a:lstStyle/>
          <a:p>
            <a:pPr algn="l"/>
            <a:r>
              <a:rPr kumimoji="1" lang="en-US" altLang="zh-CN" sz="4400">
                <a:ln w="12700">
                  <a:noFill/>
                </a:ln>
                <a:solidFill>
                  <a:srgbClr val="E36387">
                    <a:alpha val="100000"/>
                  </a:srgbClr>
                </a:solidFill>
                <a:latin typeface="Source Han Sans"/>
                <a:ea typeface="Source Han Sans"/>
                <a:cs typeface="Source Han Sans"/>
              </a:rPr>
              <a:t>C</a:t>
            </a:r>
            <a:r>
              <a:rPr kumimoji="1" lang="en-US" altLang="zh-CN" sz="4400">
                <a:ln w="12700">
                  <a:noFill/>
                </a:ln>
                <a:solidFill>
                  <a:srgbClr val="000000">
                    <a:alpha val="100000"/>
                  </a:srgbClr>
                </a:solidFill>
                <a:latin typeface="Source Han Sans"/>
                <a:ea typeface="Source Han Sans"/>
                <a:cs typeface="Source Han Sans"/>
              </a:rPr>
              <a:t>ontents</a:t>
            </a:r>
            <a:endParaRPr kumimoji="1" lang="zh-CN" altLang="en-US"/>
          </a:p>
        </p:txBody>
      </p:sp>
      <p:sp>
        <p:nvSpPr>
          <p:cNvPr id="5" name="标题 1"/>
          <p:cNvSpPr txBox="1"/>
          <p:nvPr/>
        </p:nvSpPr>
        <p:spPr>
          <a:xfrm rot="0" flipH="0" flipV="0">
            <a:off x="7918900" y="3047200"/>
            <a:ext cx="3600000" cy="900000"/>
          </a:xfrm>
          <a:prstGeom prst="rect">
            <a:avLst/>
          </a:prstGeom>
          <a:noFill/>
          <a:ln>
            <a:noFill/>
          </a:ln>
        </p:spPr>
        <p:txBody>
          <a:bodyPr vert="horz" wrap="square" lIns="0" tIns="0" rIns="0" bIns="0" rtlCol="0" anchor="t"/>
          <a:lstStyle/>
          <a:p>
            <a:pPr algn="l"/>
            <a:r>
              <a:rPr kumimoji="1" lang="en-US" altLang="zh-CN" sz="1800">
                <a:ln w="12700">
                  <a:noFill/>
                </a:ln>
                <a:solidFill>
                  <a:srgbClr val="262626">
                    <a:alpha val="100000"/>
                  </a:srgbClr>
                </a:solidFill>
                <a:latin typeface="SourceHanSerifJP-Regular"/>
                <a:ea typeface="SourceHanSerifJP-Regular"/>
                <a:cs typeface="SourceHanSerifJP-Regular"/>
              </a:rPr>
              <a:t>AIと偽情報の心理学</a:t>
            </a:r>
            <a:endParaRPr kumimoji="1" lang="zh-CN" altLang="en-US"/>
          </a:p>
        </p:txBody>
      </p:sp>
      <p:sp>
        <p:nvSpPr>
          <p:cNvPr id="6" name="标题 1"/>
          <p:cNvSpPr txBox="1"/>
          <p:nvPr/>
        </p:nvSpPr>
        <p:spPr>
          <a:xfrm rot="0" flipH="0" flipV="0">
            <a:off x="7486596" y="3009255"/>
            <a:ext cx="393700" cy="393700"/>
          </a:xfrm>
          <a:prstGeom prst="rect">
            <a:avLst/>
          </a:prstGeom>
          <a:noFill/>
          <a:ln w="12700" cap="sq">
            <a:noFill/>
            <a:miter/>
          </a:ln>
        </p:spPr>
        <p:txBody>
          <a:bodyPr vert="horz" wrap="square" lIns="0" tIns="0" rIns="0" bIns="0" rtlCol="0" anchor="ctr">
            <a:spAutoFit/>
          </a:bodyPr>
          <a:lstStyle/>
          <a:p>
            <a:pPr algn="l"/>
            <a:r>
              <a:rPr kumimoji="1" lang="en-US" altLang="zh-CN" sz="2800">
                <a:ln w="12700">
                  <a:noFill/>
                </a:ln>
                <a:solidFill>
                  <a:srgbClr val="E36387">
                    <a:alpha val="100000"/>
                  </a:srgbClr>
                </a:solidFill>
                <a:latin typeface="Source Han Sans"/>
                <a:ea typeface="Source Han Sans"/>
                <a:cs typeface="Source Han Sans"/>
              </a:rPr>
              <a:t>2.</a:t>
            </a:r>
            <a:endParaRPr kumimoji="1" lang="zh-CN" altLang="en-US"/>
          </a:p>
        </p:txBody>
      </p:sp>
      <p:sp>
        <p:nvSpPr>
          <p:cNvPr id="7" name="标题 1"/>
          <p:cNvSpPr txBox="1"/>
          <p:nvPr/>
        </p:nvSpPr>
        <p:spPr>
          <a:xfrm rot="0" flipH="0" flipV="0">
            <a:off x="2918367" y="3009255"/>
            <a:ext cx="393700" cy="393700"/>
          </a:xfrm>
          <a:prstGeom prst="rect">
            <a:avLst/>
          </a:prstGeom>
          <a:noFill/>
          <a:ln w="12700" cap="sq">
            <a:noFill/>
            <a:miter/>
          </a:ln>
        </p:spPr>
        <p:txBody>
          <a:bodyPr vert="horz" wrap="square" lIns="0" tIns="0" rIns="0" bIns="0" rtlCol="0" anchor="ctr">
            <a:spAutoFit/>
          </a:bodyPr>
          <a:lstStyle/>
          <a:p>
            <a:pPr algn="l"/>
            <a:r>
              <a:rPr kumimoji="1" lang="en-US" altLang="zh-CN" sz="2800">
                <a:ln w="12700">
                  <a:noFill/>
                </a:ln>
                <a:solidFill>
                  <a:srgbClr val="E36387">
                    <a:alpha val="100000"/>
                  </a:srgbClr>
                </a:solidFill>
                <a:latin typeface="Source Han Sans"/>
                <a:ea typeface="Source Han Sans"/>
                <a:cs typeface="Source Han Sans"/>
              </a:rPr>
              <a:t>1.</a:t>
            </a:r>
            <a:endParaRPr kumimoji="1" lang="zh-CN" altLang="en-US"/>
          </a:p>
        </p:txBody>
      </p:sp>
      <p:sp>
        <p:nvSpPr>
          <p:cNvPr id="8" name="标题 1"/>
          <p:cNvSpPr txBox="1"/>
          <p:nvPr/>
        </p:nvSpPr>
        <p:spPr>
          <a:xfrm rot="0" flipH="0" flipV="0">
            <a:off x="3339443" y="3047200"/>
            <a:ext cx="3600000" cy="900000"/>
          </a:xfrm>
          <a:prstGeom prst="rect">
            <a:avLst/>
          </a:prstGeom>
          <a:noFill/>
          <a:ln>
            <a:noFill/>
          </a:ln>
        </p:spPr>
        <p:txBody>
          <a:bodyPr vert="horz" wrap="square" lIns="0" tIns="0" rIns="0" bIns="0" rtlCol="0" anchor="t"/>
          <a:lstStyle/>
          <a:p>
            <a:pPr algn="l"/>
            <a:r>
              <a:rPr kumimoji="1" lang="en-US" altLang="zh-CN" sz="1800">
                <a:ln w="12700">
                  <a:noFill/>
                </a:ln>
                <a:solidFill>
                  <a:srgbClr val="262626">
                    <a:alpha val="100000"/>
                  </a:srgbClr>
                </a:solidFill>
                <a:latin typeface="SourceHanSerifJP-Regular"/>
                <a:ea typeface="SourceHanSerifJP-Regular"/>
                <a:cs typeface="SourceHanSerifJP-Regular"/>
              </a:rPr>
              <a:t>AIの進化と私たちの生活</a:t>
            </a:r>
            <a:endParaRPr kumimoji="1" lang="zh-CN" altLang="en-US"/>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
          <p:cNvPicPr>
            <a:picLocks noChangeAspect="1"/>
          </p:cNvPicPr>
          <p:nvPr/>
        </p:nvPicPr>
        <p:blipFill>
          <a:blip r:embed="rId2">
            <a:alphaModFix amt="100000"/>
          </a:blip>
          <a:srcRect l="8857" t="0" r="8857" b="0"/>
          <a:stretch>
            <a:fillRect/>
          </a:stretch>
        </p:blipFill>
        <p:spPr>
          <a:xfrm rot="0" flipH="0" flipV="0">
            <a:off x="216169" y="1079169"/>
            <a:ext cx="5477186" cy="5013863"/>
          </a:xfrm>
          <a:prstGeom prst="rect">
            <a:avLst/>
          </a:prstGeom>
          <a:noFill/>
          <a:ln>
            <a:noFill/>
          </a:ln>
        </p:spPr>
      </p:pic>
      <p:sp>
        <p:nvSpPr>
          <p:cNvPr id="3" name="标题 1"/>
          <p:cNvSpPr txBox="1"/>
          <p:nvPr/>
        </p:nvSpPr>
        <p:spPr>
          <a:xfrm rot="0" flipH="0" flipV="0">
            <a:off x="9028390" y="1004966"/>
            <a:ext cx="1939980" cy="29013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rot="0" flipH="0" flipV="0">
            <a:off x="5837550" y="2535324"/>
            <a:ext cx="5715665" cy="3117258"/>
          </a:xfrm>
          <a:prstGeom prst="rect">
            <a:avLst/>
          </a:prstGeom>
          <a:noFill/>
          <a:ln>
            <a:noFill/>
          </a:ln>
        </p:spPr>
        <p:txBody>
          <a:bodyPr vert="horz" wrap="square" lIns="91440" tIns="45720" rIns="91440" bIns="45720" rtlCol="0" anchor="t"/>
          <a:lstStyle/>
          <a:p>
            <a:pPr algn="l"/>
            <a:r>
              <a:rPr kumimoji="1" lang="en-US" altLang="zh-CN" sz="3600">
                <a:ln w="12700">
                  <a:noFill/>
                </a:ln>
                <a:solidFill>
                  <a:srgbClr val="000000">
                    <a:alpha val="100000"/>
                  </a:srgbClr>
                </a:solidFill>
                <a:latin typeface="SourceHanSerifJP-Bold"/>
                <a:ea typeface="SourceHanSerifJP-Bold"/>
                <a:cs typeface="SourceHanSerifJP-Bold"/>
              </a:rPr>
              <a:t>AIの進化と私たちの生活</a:t>
            </a:r>
            <a:endParaRPr kumimoji="1" lang="zh-CN" altLang="en-US"/>
          </a:p>
        </p:txBody>
      </p:sp>
      <p:grpSp>
        <p:nvGrpSpPr>
          <p:cNvPr id="6" name=""/>
          <p:cNvGrpSpPr/>
          <p:nvPr/>
        </p:nvGrpSpPr>
        <p:grpSpPr>
          <a:xfrm>
            <a:off x="5959756" y="5701783"/>
            <a:ext cx="742978" cy="174176"/>
            <a:chOff x="5959756" y="5701783"/>
            <a:chExt cx="742978" cy="174176"/>
          </a:xfrm>
        </p:grpSpPr>
        <p:sp>
          <p:nvSpPr>
            <p:cNvPr id="7" name="标题 1"/>
            <p:cNvSpPr txBox="1"/>
            <p:nvPr/>
          </p:nvSpPr>
          <p:spPr>
            <a:xfrm rot="0" flipH="0" flipV="0">
              <a:off x="6528558" y="5701783"/>
              <a:ext cx="174176" cy="174176"/>
            </a:xfrm>
            <a:prstGeom prst="ellipse">
              <a:avLst/>
            </a:prstGeom>
            <a:solidFill>
              <a:schemeClr val="accent3">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0" flipH="0" flipV="0">
              <a:off x="6244157" y="5701783"/>
              <a:ext cx="174176" cy="174176"/>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0" flipH="0" flipV="0">
              <a:off x="5959756" y="5701783"/>
              <a:ext cx="174176" cy="174176"/>
            </a:xfrm>
            <a:prstGeom prst="ellipse">
              <a:avLst/>
            </a:prstGeom>
            <a:solidFill>
              <a:schemeClr val="accent3">
                <a:lumMod val="40000"/>
                <a:lumOff val="6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0" name=""/>
          <p:cNvGrpSpPr/>
          <p:nvPr/>
        </p:nvGrpSpPr>
        <p:grpSpPr>
          <a:xfrm>
            <a:off x="-2" y="0"/>
            <a:ext cx="4111304" cy="1828800"/>
            <a:chOff x="-2" y="0"/>
            <a:chExt cx="4111304" cy="1828800"/>
          </a:xfrm>
        </p:grpSpPr>
        <p:sp>
          <p:nvSpPr>
            <p:cNvPr id="11" name="标题 1"/>
            <p:cNvSpPr txBox="1"/>
            <p:nvPr/>
          </p:nvSpPr>
          <p:spPr>
            <a:xfrm rot="0" flipH="0" flipV="0">
              <a:off x="1205201" y="1"/>
              <a:ext cx="2906101" cy="758404"/>
            </a:xfrm>
            <a:custGeom>
              <a:avLst/>
              <a:gdLst>
                <a:gd name="connsiteX0" fmla="*/ 0 w 2640295"/>
                <a:gd name="connsiteY0" fmla="*/ 0 h 689037"/>
                <a:gd name="connsiteX1" fmla="*/ 2640295 w 2640295"/>
                <a:gd name="connsiteY1" fmla="*/ 0 h 689037"/>
                <a:gd name="connsiteX2" fmla="*/ 2448757 w 2640295"/>
                <a:gd name="connsiteY2" fmla="*/ 83534 h 689037"/>
                <a:gd name="connsiteX3" fmla="*/ 2214457 w 2640295"/>
                <a:gd name="connsiteY3" fmla="*/ 166849 h 689037"/>
                <a:gd name="connsiteX4" fmla="*/ 1150809 w 2640295"/>
                <a:gd name="connsiteY4" fmla="*/ 673723 h 689037"/>
                <a:gd name="connsiteX5" fmla="*/ 6599 w 2640295"/>
                <a:gd name="connsiteY5" fmla="*/ 6801 h 689037"/>
              </a:gdLst>
              <a:rect l="l" t="t" r="r" b="b"/>
              <a:pathLst>
                <a:path w="2640295" h="689037">
                  <a:moveTo>
                    <a:pt x="0" y="0"/>
                  </a:moveTo>
                  <a:lnTo>
                    <a:pt x="2640295" y="0"/>
                  </a:lnTo>
                  <a:lnTo>
                    <a:pt x="2448757" y="83534"/>
                  </a:lnTo>
                  <a:cubicBezTo>
                    <a:pt x="2373047" y="113084"/>
                    <a:pt x="2294367" y="140785"/>
                    <a:pt x="2214457" y="166849"/>
                  </a:cubicBezTo>
                  <a:cubicBezTo>
                    <a:pt x="1575177" y="375365"/>
                    <a:pt x="1763318" y="771725"/>
                    <a:pt x="1150809" y="673723"/>
                  </a:cubicBezTo>
                  <a:cubicBezTo>
                    <a:pt x="806273" y="618597"/>
                    <a:pt x="342915" y="333858"/>
                    <a:pt x="6599" y="6801"/>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2" y="0"/>
              <a:ext cx="2086385" cy="1726662"/>
            </a:xfrm>
            <a:custGeom>
              <a:avLst/>
              <a:gdLst>
                <a:gd name="connsiteX0" fmla="*/ 0 w 1647334"/>
                <a:gd name="connsiteY0" fmla="*/ 0 h 1568733"/>
                <a:gd name="connsiteX1" fmla="*/ 1611747 w 1647334"/>
                <a:gd name="connsiteY1" fmla="*/ 0 h 1568733"/>
                <a:gd name="connsiteX2" fmla="*/ 1629530 w 1647334"/>
                <a:gd name="connsiteY2" fmla="*/ 42912 h 1568733"/>
                <a:gd name="connsiteX3" fmla="*/ 792698 w 1647334"/>
                <a:gd name="connsiteY3" fmla="*/ 894314 h 1568733"/>
                <a:gd name="connsiteX4" fmla="*/ 313 w 1647334"/>
                <a:gd name="connsiteY4" fmla="*/ 1568105 h 1568733"/>
                <a:gd name="connsiteX5" fmla="*/ 0 w 1647334"/>
                <a:gd name="connsiteY5" fmla="*/ 1568061 h 1568733"/>
              </a:gdLst>
              <a:rect l="l" t="t" r="r" b="b"/>
              <a:pathLst>
                <a:path w="1647334" h="1568733">
                  <a:moveTo>
                    <a:pt x="0" y="0"/>
                  </a:moveTo>
                  <a:lnTo>
                    <a:pt x="1611747" y="0"/>
                  </a:lnTo>
                  <a:lnTo>
                    <a:pt x="1629530" y="42912"/>
                  </a:lnTo>
                  <a:cubicBezTo>
                    <a:pt x="1753119" y="445915"/>
                    <a:pt x="1207401" y="659634"/>
                    <a:pt x="792698" y="894314"/>
                  </a:cubicBezTo>
                  <a:cubicBezTo>
                    <a:pt x="377995" y="1128994"/>
                    <a:pt x="370274" y="1588035"/>
                    <a:pt x="313" y="1568105"/>
                  </a:cubicBezTo>
                  <a:lnTo>
                    <a:pt x="0" y="1568061"/>
                  </a:ln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0" flipH="0" flipV="0">
              <a:off x="-1" y="0"/>
              <a:ext cx="2209801" cy="1828800"/>
            </a:xfrm>
            <a:custGeom>
              <a:avLst/>
              <a:gdLst>
                <a:gd name="connsiteX0" fmla="*/ 0 w 1744779"/>
                <a:gd name="connsiteY0" fmla="*/ 0 h 1661529"/>
                <a:gd name="connsiteX1" fmla="*/ 1688912 w 1744779"/>
                <a:gd name="connsiteY1" fmla="*/ 0 h 1661529"/>
                <a:gd name="connsiteX2" fmla="*/ 1726449 w 1744779"/>
                <a:gd name="connsiteY2" fmla="*/ 90579 h 1661529"/>
                <a:gd name="connsiteX3" fmla="*/ 864866 w 1744779"/>
                <a:gd name="connsiteY3" fmla="*/ 967163 h 1661529"/>
                <a:gd name="connsiteX4" fmla="*/ 49045 w 1744779"/>
                <a:gd name="connsiteY4" fmla="*/ 1660882 h 1661529"/>
                <a:gd name="connsiteX5" fmla="*/ 0 w 1744779"/>
                <a:gd name="connsiteY5" fmla="*/ 1654048 h 1661529"/>
              </a:gdLst>
              <a:rect l="l" t="t" r="r" b="b"/>
              <a:pathLst>
                <a:path w="1744779" h="1661529">
                  <a:moveTo>
                    <a:pt x="0" y="0"/>
                  </a:moveTo>
                  <a:lnTo>
                    <a:pt x="1688912" y="0"/>
                  </a:lnTo>
                  <a:lnTo>
                    <a:pt x="1726449" y="90579"/>
                  </a:lnTo>
                  <a:cubicBezTo>
                    <a:pt x="1853693" y="505502"/>
                    <a:pt x="1291834" y="725542"/>
                    <a:pt x="864866" y="967163"/>
                  </a:cubicBezTo>
                  <a:cubicBezTo>
                    <a:pt x="437898" y="1208784"/>
                    <a:pt x="429948" y="1681402"/>
                    <a:pt x="49045" y="1660882"/>
                  </a:cubicBezTo>
                  <a:lnTo>
                    <a:pt x="0" y="1654048"/>
                  </a:lnTo>
                  <a:close/>
                </a:path>
              </a:pathLst>
            </a:custGeom>
            <a:noFill/>
            <a:ln w="12700" cap="sq">
              <a:solidFill>
                <a:schemeClr val="accent2"/>
              </a:solidFill>
              <a:miter/>
            </a:ln>
          </p:spPr>
          <p:txBody>
            <a:bodyPr vert="horz" wrap="square" lIns="91440" tIns="45720" rIns="91440" bIns="45720" rtlCol="0" anchor="ctr"/>
            <a:lstStyle/>
            <a:p>
              <a:pPr algn="ctr"/>
              <a:endParaRPr kumimoji="1" lang="zh-CN" altLang="en-US"/>
            </a:p>
          </p:txBody>
        </p:sp>
      </p:grpSp>
      <p:grpSp>
        <p:nvGrpSpPr>
          <p:cNvPr id="14" name=""/>
          <p:cNvGrpSpPr/>
          <p:nvPr/>
        </p:nvGrpSpPr>
        <p:grpSpPr>
          <a:xfrm>
            <a:off x="9744740" y="0"/>
            <a:ext cx="2447262" cy="1828800"/>
            <a:chOff x="9744740" y="0"/>
            <a:chExt cx="2447262" cy="1828800"/>
          </a:xfrm>
        </p:grpSpPr>
        <p:sp>
          <p:nvSpPr>
            <p:cNvPr id="15" name="标题 1"/>
            <p:cNvSpPr txBox="1"/>
            <p:nvPr/>
          </p:nvSpPr>
          <p:spPr>
            <a:xfrm rot="0" flipH="0" flipV="0">
              <a:off x="9902575" y="0"/>
              <a:ext cx="2289427" cy="1663087"/>
            </a:xfrm>
            <a:custGeom>
              <a:avLst/>
              <a:gdLst>
                <a:gd name="connsiteX0" fmla="*/ 0 w 1877463"/>
                <a:gd name="connsiteY0" fmla="*/ 0 h 1363828"/>
                <a:gd name="connsiteX1" fmla="*/ 1877463 w 1877463"/>
                <a:gd name="connsiteY1" fmla="*/ 0 h 1363828"/>
                <a:gd name="connsiteX2" fmla="*/ 1877463 w 1877463"/>
                <a:gd name="connsiteY2" fmla="*/ 1363828 h 1363828"/>
                <a:gd name="connsiteX3" fmla="*/ 1861534 w 1877463"/>
                <a:gd name="connsiteY3" fmla="*/ 1355960 h 1363828"/>
                <a:gd name="connsiteX4" fmla="*/ 1389783 w 1877463"/>
                <a:gd name="connsiteY4" fmla="*/ 609600 h 1363828"/>
                <a:gd name="connsiteX5" fmla="*/ 19915 w 1877463"/>
                <a:gd name="connsiteY5" fmla="*/ 50568 h 1363828"/>
              </a:gdLst>
              <a:rect l="l" t="t" r="r" b="b"/>
              <a:pathLst>
                <a:path w="1877463" h="1363828">
                  <a:moveTo>
                    <a:pt x="0" y="0"/>
                  </a:moveTo>
                  <a:lnTo>
                    <a:pt x="1877463" y="0"/>
                  </a:lnTo>
                  <a:lnTo>
                    <a:pt x="1877463" y="1363828"/>
                  </a:lnTo>
                  <a:lnTo>
                    <a:pt x="1861534" y="1355960"/>
                  </a:lnTo>
                  <a:cubicBezTo>
                    <a:pt x="1696193" y="1245286"/>
                    <a:pt x="1675581" y="817610"/>
                    <a:pt x="1389783" y="609600"/>
                  </a:cubicBezTo>
                  <a:cubicBezTo>
                    <a:pt x="1083571" y="386732"/>
                    <a:pt x="248165" y="486146"/>
                    <a:pt x="19915" y="50568"/>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0" flipH="0" flipV="0">
              <a:off x="9744740" y="0"/>
              <a:ext cx="2447261" cy="1828800"/>
            </a:xfrm>
            <a:custGeom>
              <a:avLst/>
              <a:gdLst>
                <a:gd name="connsiteX0" fmla="*/ 0 w 2006896"/>
                <a:gd name="connsiteY0" fmla="*/ 0 h 1499722"/>
                <a:gd name="connsiteX1" fmla="*/ 2006896 w 2006896"/>
                <a:gd name="connsiteY1" fmla="*/ 0 h 1499722"/>
                <a:gd name="connsiteX2" fmla="*/ 2006896 w 2006896"/>
                <a:gd name="connsiteY2" fmla="*/ 1499722 h 1499722"/>
                <a:gd name="connsiteX3" fmla="*/ 1962972 w 2006896"/>
                <a:gd name="connsiteY3" fmla="*/ 1491786 h 1499722"/>
                <a:gd name="connsiteX4" fmla="*/ 1442030 w 2006896"/>
                <a:gd name="connsiteY4" fmla="*/ 709649 h 1499722"/>
                <a:gd name="connsiteX5" fmla="*/ 3476 w 2006896"/>
                <a:gd name="connsiteY5" fmla="*/ 41498 h 1499722"/>
              </a:gdLst>
              <a:rect l="l" t="t" r="r" b="b"/>
              <a:pathLst>
                <a:path w="2006896" h="1499722">
                  <a:moveTo>
                    <a:pt x="0" y="0"/>
                  </a:moveTo>
                  <a:lnTo>
                    <a:pt x="2006896" y="0"/>
                  </a:lnTo>
                  <a:lnTo>
                    <a:pt x="2006896" y="1499722"/>
                  </a:lnTo>
                  <a:lnTo>
                    <a:pt x="1962972" y="1491786"/>
                  </a:lnTo>
                  <a:cubicBezTo>
                    <a:pt x="1756919" y="1423160"/>
                    <a:pt x="1755089" y="937501"/>
                    <a:pt x="1442030" y="709649"/>
                  </a:cubicBezTo>
                  <a:cubicBezTo>
                    <a:pt x="1108099" y="466606"/>
                    <a:pt x="158598" y="598449"/>
                    <a:pt x="3476" y="41498"/>
                  </a:cubicBezTo>
                  <a:close/>
                </a:path>
              </a:pathLst>
            </a:custGeom>
            <a:noFill/>
            <a:ln w="12700" cap="sq">
              <a:solidFill>
                <a:schemeClr val="accent3"/>
              </a:solidFill>
              <a:miter/>
            </a:ln>
          </p:spPr>
          <p:txBody>
            <a:bodyPr vert="horz" wrap="square" lIns="91440" tIns="45720" rIns="91440" bIns="45720" rtlCol="0" anchor="ctr"/>
            <a:lstStyle/>
            <a:p>
              <a:pPr algn="ctr"/>
              <a:endParaRPr kumimoji="1" lang="zh-CN" altLang="en-US"/>
            </a:p>
          </p:txBody>
        </p:sp>
      </p:grpSp>
      <p:sp>
        <p:nvSpPr>
          <p:cNvPr id="17" name="标题 1"/>
          <p:cNvSpPr txBox="1"/>
          <p:nvPr/>
        </p:nvSpPr>
        <p:spPr>
          <a:xfrm rot="0" flipH="0" flipV="0">
            <a:off x="5813734" y="96324"/>
            <a:ext cx="1839054" cy="2538750"/>
          </a:xfrm>
          <a:prstGeom prst="rect">
            <a:avLst/>
          </a:prstGeom>
          <a:noFill/>
          <a:ln>
            <a:noFill/>
          </a:ln>
        </p:spPr>
        <p:txBody>
          <a:bodyPr vert="horz" wrap="square" lIns="91440" tIns="45720" rIns="91440" bIns="45720" rtlCol="0" anchor="b"/>
          <a:lstStyle/>
          <a:p>
            <a:pPr algn="l"/>
            <a:r>
              <a:rPr kumimoji="1" lang="en-US" altLang="zh-CN" sz="8800">
                <a:ln w="12700">
                  <a:noFill/>
                </a:ln>
                <a:solidFill>
                  <a:srgbClr val="EC8686">
                    <a:alpha val="100000"/>
                  </a:srgbClr>
                </a:solidFill>
                <a:latin typeface="Barlow Condensed Medium"/>
                <a:ea typeface="Barlow Condensed Medium"/>
                <a:cs typeface="Barlow Condensed Medium"/>
              </a:rPr>
              <a:t>01</a:t>
            </a:r>
            <a:endParaRPr kumimoji="1" lang="zh-CN" altLang="en-US"/>
          </a:p>
        </p:txBody>
      </p:sp>
      <p:grpSp>
        <p:nvGrpSpPr>
          <p:cNvPr id="18" name=""/>
          <p:cNvGrpSpPr/>
          <p:nvPr/>
        </p:nvGrpSpPr>
        <p:grpSpPr>
          <a:xfrm>
            <a:off x="7413473" y="2098531"/>
            <a:ext cx="725156" cy="246524"/>
            <a:chOff x="7413473" y="2098531"/>
            <a:chExt cx="725156" cy="246524"/>
          </a:xfrm>
        </p:grpSpPr>
        <p:sp>
          <p:nvSpPr>
            <p:cNvPr id="19" name="标题 1"/>
            <p:cNvSpPr txBox="1"/>
            <p:nvPr/>
          </p:nvSpPr>
          <p:spPr>
            <a:xfrm rot="0" flipH="0" flipV="0">
              <a:off x="7413473"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20" name="标题 1"/>
            <p:cNvSpPr txBox="1"/>
            <p:nvPr/>
          </p:nvSpPr>
          <p:spPr>
            <a:xfrm rot="0" flipH="0" flipV="0">
              <a:off x="7652789"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21" name="标题 1"/>
            <p:cNvSpPr txBox="1"/>
            <p:nvPr/>
          </p:nvSpPr>
          <p:spPr>
            <a:xfrm rot="0" flipH="0" flipV="0">
              <a:off x="7892105"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grpSp>
    </p:spTree>
  </p:cSl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660400" y="2227617"/>
            <a:ext cx="5123248" cy="3355035"/>
          </a:xfrm>
          <a:prstGeom prst="roundRect">
            <a:avLst>
              <a:gd name="adj" fmla="val 7063"/>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0" flipH="0" flipV="0">
            <a:off x="884490" y="3855891"/>
            <a:ext cx="4675068" cy="1459832"/>
          </a:xfrm>
          <a:prstGeom prst="rect">
            <a:avLst/>
          </a:prstGeom>
          <a:noFill/>
          <a:ln cap="sq">
            <a:noFill/>
          </a:ln>
        </p:spPr>
        <p:txBody>
          <a:bodyPr vert="horz" wrap="square" lIns="0" tIns="0" rIns="0" bIns="0" rtlCol="0" anchor="t"/>
          <a:lstStyle/>
          <a:p>
            <a:pPr algn="ctr"/>
            <a:r>
              <a:rPr kumimoji="1" lang="en-US" altLang="zh-CN" sz="801">
                <a:ln w="12700">
                  <a:noFill/>
                </a:ln>
                <a:solidFill>
                  <a:srgbClr val="262626">
                    <a:alpha val="100000"/>
                  </a:srgbClr>
                </a:solidFill>
                <a:latin typeface="SourceHanSerifJP-Regular"/>
                <a:ea typeface="SourceHanSerifJP-Regular"/>
                <a:cs typeface="SourceHanSerifJP-Regular"/>
              </a:rPr>
              <a:t>ChatGPTは現在非常に注目されているAIツールの一つです。自然言語処理能力が高く、人間のように会話を行うことができます。この技術は教育分野でも活躍しており、学生が宿題を解決する際に助けとなることがあります。しかし、広範に利用されることで情報の信頼性という課題も浮上し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5" name="标题 1"/>
          <p:cNvSpPr txBox="1"/>
          <p:nvPr/>
        </p:nvSpPr>
        <p:spPr>
          <a:xfrm rot="0" flipH="0" flipV="0">
            <a:off x="5126418" y="4832684"/>
            <a:ext cx="657230" cy="529390"/>
          </a:xfrm>
          <a:prstGeom prst="rect">
            <a:avLst/>
          </a:prstGeom>
          <a:noFill/>
          <a:ln>
            <a:noFill/>
          </a:ln>
        </p:spPr>
        <p:txBody>
          <a:bodyPr vert="horz" wrap="square" lIns="0" tIns="0" rIns="0" bIns="0" rtlCol="0" anchor="t"/>
          <a:lstStyle/>
          <a:p>
            <a:pPr algn="ctr"/>
            <a:r>
              <a:rPr kumimoji="1" lang="en-US" altLang="zh-CN" sz="6000">
                <a:ln w="12700">
                  <a:solidFill>
                    <a:srgbClr val="3860F4">
                      <a:alpha val="100000"/>
                    </a:srgbClr>
                  </a:solidFill>
                </a:ln>
                <a:solidFill>
                  <a:srgbClr val="FFFFFF">
                    <a:alpha val="100000"/>
                  </a:srgbClr>
                </a:solidFill>
                <a:latin typeface="Source Han Sans"/>
                <a:ea typeface="Source Han Sans"/>
                <a:cs typeface="Source Han Sans"/>
              </a:rPr>
              <a:t>”</a:t>
            </a:r>
            <a:endParaRPr kumimoji="1" lang="zh-CN" altLang="en-US"/>
          </a:p>
        </p:txBody>
      </p:sp>
      <p:sp>
        <p:nvSpPr>
          <p:cNvPr id="6" name="标题 1"/>
          <p:cNvSpPr txBox="1"/>
          <p:nvPr/>
        </p:nvSpPr>
        <p:spPr>
          <a:xfrm rot="0" flipH="0" flipV="0">
            <a:off x="2271110" y="1350046"/>
            <a:ext cx="1743571" cy="1743572"/>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rot="0" flipH="0" flipV="0">
            <a:off x="2393012" y="1471948"/>
            <a:ext cx="1499767" cy="1499768"/>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0" flipH="0" flipV="0">
            <a:off x="2470586" y="1549522"/>
            <a:ext cx="1344619" cy="134462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0" flipH="0" flipV="0">
            <a:off x="2878939" y="1990744"/>
            <a:ext cx="527915" cy="462176"/>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bg1"/>
          </a:solidFill>
          <a:ln w="1553" cap="flat">
            <a:noFill/>
            <a:miter/>
          </a:ln>
        </p:spPr>
        <p:txBody>
          <a:bodyPr vert="horz" wrap="square" lIns="91440" tIns="45720" rIns="91440" bIns="45720" rtlCol="0" anchor="ctr"/>
          <a:lstStyle/>
          <a:p>
            <a:pPr algn="l"/>
            <a:endParaRPr kumimoji="1" lang="zh-CN" altLang="en-US"/>
          </a:p>
        </p:txBody>
      </p:sp>
      <p:sp>
        <p:nvSpPr>
          <p:cNvPr id="10" name="标题 1"/>
          <p:cNvSpPr txBox="1"/>
          <p:nvPr/>
        </p:nvSpPr>
        <p:spPr>
          <a:xfrm rot="0" flipH="0" flipV="0">
            <a:off x="2040501" y="1679302"/>
            <a:ext cx="169659" cy="169659"/>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4125627" y="2464111"/>
            <a:ext cx="277920" cy="277920"/>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884490" y="3351657"/>
            <a:ext cx="4675068" cy="429128"/>
          </a:xfrm>
          <a:prstGeom prst="rect">
            <a:avLst/>
          </a:prstGeom>
          <a:noFill/>
          <a:ln cap="sq">
            <a:noFill/>
          </a:ln>
        </p:spPr>
        <p:txBody>
          <a:bodyPr vert="horz" wrap="square" lIns="0" tIns="0" rIns="0" bIns="0" rtlCol="0" anchor="b"/>
          <a:lstStyle/>
          <a:p>
            <a:pPr algn="ctr"/>
            <a:r>
              <a:rPr kumimoji="1" lang="en-US" altLang="zh-CN" sz="1600">
                <a:ln w="12700">
                  <a:noFill/>
                </a:ln>
                <a:solidFill>
                  <a:srgbClr val="E36387">
                    <a:alpha val="100000"/>
                  </a:srgbClr>
                </a:solidFill>
                <a:latin typeface="SourceHanSerifJP-Bold"/>
                <a:ea typeface="SourceHanSerifJP-Bold"/>
                <a:cs typeface="SourceHanSerifJP-Bold"/>
              </a:rPr>
              <a:t>ChatGPTの役割と可能性</a:t>
            </a:r>
            <a:endParaRPr kumimoji="1" lang="zh-CN" altLang="en-US"/>
          </a:p>
        </p:txBody>
      </p:sp>
      <p:sp>
        <p:nvSpPr>
          <p:cNvPr id="13" name="标题 1"/>
          <p:cNvSpPr txBox="1"/>
          <p:nvPr/>
        </p:nvSpPr>
        <p:spPr>
          <a:xfrm rot="0" flipH="0" flipV="0">
            <a:off x="6395652" y="2227617"/>
            <a:ext cx="5123248" cy="3355035"/>
          </a:xfrm>
          <a:prstGeom prst="roundRect">
            <a:avLst>
              <a:gd name="adj" fmla="val 7063"/>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0" flipH="0" flipV="0">
            <a:off x="6619742" y="3855891"/>
            <a:ext cx="4675068" cy="1459832"/>
          </a:xfrm>
          <a:prstGeom prst="rect">
            <a:avLst/>
          </a:prstGeom>
          <a:noFill/>
          <a:ln cap="sq">
            <a:noFill/>
          </a:ln>
        </p:spPr>
        <p:txBody>
          <a:bodyPr vert="horz" wrap="square" lIns="0" tIns="0" rIns="0" bIns="0" rtlCol="0" anchor="t"/>
          <a:lstStyle/>
          <a:p>
            <a:pPr algn="ctr"/>
            <a:r>
              <a:rPr kumimoji="1" lang="en-US" altLang="zh-CN" sz="801">
                <a:ln w="12700">
                  <a:noFill/>
                </a:ln>
                <a:solidFill>
                  <a:srgbClr val="262626">
                    <a:alpha val="100000"/>
                  </a:srgbClr>
                </a:solidFill>
                <a:latin typeface="SourceHanSerifJP-Regular"/>
                <a:ea typeface="SourceHanSerifJP-Regular"/>
                <a:cs typeface="SourceHanSerifJP-Regular"/>
              </a:rPr>
              <a:t>AI技術を駆使した画図ツールは、短時間で高品質な画像を生成することができます。これは、クリエイティブ業界やデザイン分野で大いに役立ちます。但是，與此同時，圖像生成技術的濫用也帶來了假圖片與偽造的問題，這對資訊的真實性構成了威脅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5" name="标题 1"/>
          <p:cNvSpPr txBox="1"/>
          <p:nvPr/>
        </p:nvSpPr>
        <p:spPr>
          <a:xfrm rot="0" flipH="0" flipV="0">
            <a:off x="10861670" y="4832684"/>
            <a:ext cx="657230" cy="529390"/>
          </a:xfrm>
          <a:prstGeom prst="rect">
            <a:avLst/>
          </a:prstGeom>
          <a:noFill/>
          <a:ln>
            <a:noFill/>
          </a:ln>
        </p:spPr>
        <p:txBody>
          <a:bodyPr vert="horz" wrap="square" lIns="0" tIns="0" rIns="0" bIns="0" rtlCol="0" anchor="t"/>
          <a:lstStyle/>
          <a:p>
            <a:pPr algn="ctr"/>
            <a:r>
              <a:rPr kumimoji="1" lang="en-US" altLang="zh-CN" sz="6000">
                <a:ln w="12700">
                  <a:solidFill>
                    <a:srgbClr val="3860F4">
                      <a:alpha val="100000"/>
                    </a:srgbClr>
                  </a:solidFill>
                </a:ln>
                <a:solidFill>
                  <a:srgbClr val="FFFFFF">
                    <a:alpha val="100000"/>
                  </a:srgbClr>
                </a:solidFill>
                <a:latin typeface="Source Han Sans"/>
                <a:ea typeface="Source Han Sans"/>
                <a:cs typeface="Source Han Sans"/>
              </a:rPr>
              <a:t>”</a:t>
            </a:r>
            <a:endParaRPr kumimoji="1" lang="zh-CN" altLang="en-US"/>
          </a:p>
        </p:txBody>
      </p:sp>
      <p:sp>
        <p:nvSpPr>
          <p:cNvPr id="16" name="标题 1"/>
          <p:cNvSpPr txBox="1"/>
          <p:nvPr/>
        </p:nvSpPr>
        <p:spPr>
          <a:xfrm rot="0" flipH="0" flipV="0">
            <a:off x="8006362" y="1350046"/>
            <a:ext cx="1743571" cy="1743572"/>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17" name="标题 1"/>
          <p:cNvSpPr txBox="1"/>
          <p:nvPr/>
        </p:nvSpPr>
        <p:spPr>
          <a:xfrm rot="0" flipH="0" flipV="0">
            <a:off x="8128264" y="1471948"/>
            <a:ext cx="1499767" cy="1499768"/>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0" flipH="0" flipV="0">
            <a:off x="8205838" y="1549522"/>
            <a:ext cx="1344619" cy="1344620"/>
          </a:xfrm>
          <a:prstGeom prst="ellipse">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rot="0" flipH="0" flipV="0">
            <a:off x="8614191" y="1977653"/>
            <a:ext cx="527915" cy="488358"/>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bg1"/>
          </a:solidFill>
          <a:ln w="1553" cap="flat">
            <a:noFill/>
            <a:miter/>
          </a:ln>
        </p:spPr>
        <p:txBody>
          <a:bodyPr vert="horz" wrap="square" lIns="91440" tIns="45720" rIns="91440" bIns="45720" rtlCol="0" anchor="ctr"/>
          <a:lstStyle/>
          <a:p>
            <a:pPr algn="l"/>
            <a:endParaRPr kumimoji="1" lang="zh-CN" altLang="en-US"/>
          </a:p>
        </p:txBody>
      </p:sp>
      <p:sp>
        <p:nvSpPr>
          <p:cNvPr id="20" name="标题 1"/>
          <p:cNvSpPr txBox="1"/>
          <p:nvPr/>
        </p:nvSpPr>
        <p:spPr>
          <a:xfrm rot="0" flipH="0" flipV="0">
            <a:off x="7775753" y="1679302"/>
            <a:ext cx="169659" cy="169659"/>
          </a:xfrm>
          <a:prstGeom prst="ellipse">
            <a:avLst/>
          </a:prstGeom>
          <a:solidFill>
            <a:schemeClr val="accent1">
              <a:lumMod val="20000"/>
              <a:lumOff val="80000"/>
            </a:schemeClr>
          </a:solidFill>
          <a:ln w="12700" cap="sq">
            <a:noFill/>
            <a:miter/>
          </a:ln>
        </p:spPr>
        <p:txBody>
          <a:bodyPr vert="horz" wrap="square" lIns="91440" tIns="45720" rIns="91440" bIns="45720" rtlCol="0" anchor="ctr"/>
          <a:lstStyle/>
          <a:p>
            <a:pPr algn="ctr"/>
            <a:endParaRPr kumimoji="1" lang="zh-CN" altLang="en-US"/>
          </a:p>
        </p:txBody>
      </p:sp>
      <p:sp>
        <p:nvSpPr>
          <p:cNvPr id="21" name="标题 1"/>
          <p:cNvSpPr txBox="1"/>
          <p:nvPr/>
        </p:nvSpPr>
        <p:spPr>
          <a:xfrm rot="0" flipH="0" flipV="0">
            <a:off x="9860879" y="2464111"/>
            <a:ext cx="277920" cy="277920"/>
          </a:xfrm>
          <a:prstGeom prst="ellipse">
            <a:avLst/>
          </a:prstGeom>
          <a:solidFill>
            <a:schemeClr val="accent1">
              <a:lumMod val="40000"/>
              <a:lumOff val="60000"/>
            </a:schemeClr>
          </a:soli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rot="0" flipH="0" flipV="0">
            <a:off x="6619742" y="3351657"/>
            <a:ext cx="4675068" cy="429128"/>
          </a:xfrm>
          <a:prstGeom prst="rect">
            <a:avLst/>
          </a:prstGeom>
          <a:noFill/>
          <a:ln cap="sq">
            <a:noFill/>
          </a:ln>
        </p:spPr>
        <p:txBody>
          <a:bodyPr vert="horz" wrap="square" lIns="0" tIns="0" rIns="0" bIns="0" rtlCol="0" anchor="b"/>
          <a:lstStyle/>
          <a:p>
            <a:pPr algn="ctr"/>
            <a:r>
              <a:rPr kumimoji="1" lang="en-US" altLang="zh-CN" sz="1600">
                <a:ln w="12700">
                  <a:noFill/>
                </a:ln>
                <a:solidFill>
                  <a:srgbClr val="E36387">
                    <a:alpha val="100000"/>
                  </a:srgbClr>
                </a:solidFill>
                <a:latin typeface="SourceHanSerifJP-Bold"/>
                <a:ea typeface="SourceHanSerifJP-Bold"/>
                <a:cs typeface="SourceHanSerifJP-Bold"/>
              </a:rPr>
              <a:t>AI画図ツールの進化と実用性</a:t>
            </a:r>
            <a:endParaRPr kumimoji="1" lang="zh-CN" altLang="en-US"/>
          </a:p>
        </p:txBody>
      </p:sp>
      <p:sp>
        <p:nvSpPr>
          <p:cNvPr id="23"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AI技術の現状</a:t>
            </a:r>
            <a:endParaRPr kumimoji="1" lang="zh-CN" altLang="en-US"/>
          </a:p>
        </p:txBody>
      </p:sp>
      <p:grpSp>
        <p:nvGrpSpPr>
          <p:cNvPr id="24" name=""/>
          <p:cNvGrpSpPr/>
          <p:nvPr/>
        </p:nvGrpSpPr>
        <p:grpSpPr>
          <a:xfrm>
            <a:off x="504217" y="534464"/>
            <a:ext cx="312365" cy="312365"/>
            <a:chOff x="504217" y="534464"/>
            <a:chExt cx="312365" cy="312365"/>
          </a:xfrm>
        </p:grpSpPr>
        <p:sp>
          <p:nvSpPr>
            <p:cNvPr id="25"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26"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947205" y="1783916"/>
            <a:ext cx="2463724" cy="679648"/>
          </a:xfrm>
          <a:custGeom>
            <a:avLst/>
            <a:gdLst>
              <a:gd name="connsiteX0" fmla="*/ 719138 w 9429750"/>
              <a:gd name="connsiteY0" fmla="*/ 2190750 h 2591431"/>
              <a:gd name="connsiteX1" fmla="*/ 1245965 w 9429750"/>
              <a:gd name="connsiteY1" fmla="*/ 2190750 h 2591431"/>
              <a:gd name="connsiteX2" fmla="*/ 1309021 w 9429750"/>
              <a:gd name="connsiteY2" fmla="*/ 2235803 h 2591431"/>
              <a:gd name="connsiteX3" fmla="*/ 1649921 w 9429750"/>
              <a:gd name="connsiteY3" fmla="*/ 2584037 h 2591431"/>
              <a:gd name="connsiteX4" fmla="*/ 1739703 w 9429750"/>
              <a:gd name="connsiteY4" fmla="*/ 2555234 h 2591431"/>
              <a:gd name="connsiteX5" fmla="*/ 1744409 w 9429750"/>
              <a:gd name="connsiteY5" fmla="*/ 2506028 h 2591431"/>
              <a:gd name="connsiteX6" fmla="*/ 1874139 w 9429750"/>
              <a:gd name="connsiteY6" fmla="*/ 2195417 h 2591431"/>
              <a:gd name="connsiteX7" fmla="*/ 1898618 w 9429750"/>
              <a:gd name="connsiteY7" fmla="*/ 2190750 h 2591431"/>
              <a:gd name="connsiteX8" fmla="*/ 8710612 w 9429750"/>
              <a:gd name="connsiteY8" fmla="*/ 2190750 h 2591431"/>
              <a:gd name="connsiteX9" fmla="*/ 9429750 w 9429750"/>
              <a:gd name="connsiteY9" fmla="*/ 1471613 h 2591431"/>
              <a:gd name="connsiteX10" fmla="*/ 9429750 w 9429750"/>
              <a:gd name="connsiteY10" fmla="*/ 719138 h 2591431"/>
              <a:gd name="connsiteX11" fmla="*/ 8710612 w 9429750"/>
              <a:gd name="connsiteY11" fmla="*/ 0 h 2591431"/>
              <a:gd name="connsiteX12" fmla="*/ 719138 w 9429750"/>
              <a:gd name="connsiteY12" fmla="*/ 0 h 2591431"/>
              <a:gd name="connsiteX13" fmla="*/ 0 w 9429750"/>
              <a:gd name="connsiteY13" fmla="*/ 719138 h 2591431"/>
              <a:gd name="connsiteX14" fmla="*/ 0 w 9429750"/>
              <a:gd name="connsiteY14" fmla="*/ 1471613 h 2591431"/>
              <a:gd name="connsiteX15" fmla="*/ 719138 w 9429750"/>
              <a:gd name="connsiteY15" fmla="*/ 2190750 h 2591431"/>
            </a:gdLst>
            <a:rect l="l" t="t" r="r" b="b"/>
            <a:pathLst>
              <a:path w="9429750" h="2591431">
                <a:moveTo>
                  <a:pt x="719138" y="2190750"/>
                </a:moveTo>
                <a:lnTo>
                  <a:pt x="1245965" y="2190750"/>
                </a:lnTo>
                <a:cubicBezTo>
                  <a:pt x="1274445" y="2190760"/>
                  <a:pt x="1299782" y="2208857"/>
                  <a:pt x="1309021" y="2235803"/>
                </a:cubicBezTo>
                <a:cubicBezTo>
                  <a:pt x="1372362" y="2413064"/>
                  <a:pt x="1528096" y="2522791"/>
                  <a:pt x="1649921" y="2584037"/>
                </a:cubicBezTo>
                <a:cubicBezTo>
                  <a:pt x="1682668" y="2600878"/>
                  <a:pt x="1722863" y="2587981"/>
                  <a:pt x="1739703" y="2555234"/>
                </a:cubicBezTo>
                <a:cubicBezTo>
                  <a:pt x="1747523" y="2540041"/>
                  <a:pt x="1749209" y="2522430"/>
                  <a:pt x="1744409" y="2506028"/>
                </a:cubicBezTo>
                <a:cubicBezTo>
                  <a:pt x="1712500" y="2400300"/>
                  <a:pt x="1710785" y="2262950"/>
                  <a:pt x="1874139" y="2195417"/>
                </a:cubicBezTo>
                <a:cubicBezTo>
                  <a:pt x="1881912" y="2192255"/>
                  <a:pt x="1890227" y="2190664"/>
                  <a:pt x="1898618" y="2190750"/>
                </a:cubicBezTo>
                <a:lnTo>
                  <a:pt x="8710612" y="2190750"/>
                </a:lnTo>
                <a:cubicBezTo>
                  <a:pt x="9107786" y="2190750"/>
                  <a:pt x="9429750" y="1868777"/>
                  <a:pt x="9429750" y="1471613"/>
                </a:cubicBezTo>
                <a:lnTo>
                  <a:pt x="9429750" y="719138"/>
                </a:lnTo>
                <a:cubicBezTo>
                  <a:pt x="9429750" y="321969"/>
                  <a:pt x="9107786" y="0"/>
                  <a:pt x="8710612" y="0"/>
                </a:cubicBezTo>
                <a:lnTo>
                  <a:pt x="719138" y="0"/>
                </a:lnTo>
                <a:cubicBezTo>
                  <a:pt x="321969" y="0"/>
                  <a:pt x="0" y="321969"/>
                  <a:pt x="0" y="719138"/>
                </a:cubicBezTo>
                <a:lnTo>
                  <a:pt x="0" y="1471613"/>
                </a:lnTo>
                <a:cubicBezTo>
                  <a:pt x="0" y="1868777"/>
                  <a:pt x="321969" y="2190750"/>
                  <a:pt x="719138" y="219075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rot="0" flipH="0" flipV="0">
            <a:off x="1117117" y="1903513"/>
            <a:ext cx="2123900" cy="339824"/>
          </a:xfrm>
          <a:prstGeom prst="rect">
            <a:avLst/>
          </a:prstGeom>
          <a:noFill/>
          <a:ln>
            <a:noFill/>
          </a:ln>
        </p:spPr>
        <p:txBody>
          <a:bodyPr vert="horz" wrap="none" lIns="0" tIns="0" rIns="0" bIns="0" rtlCol="0" anchor="ctr"/>
          <a:lstStyle/>
          <a:p>
            <a:pPr algn="l"/>
            <a:r>
              <a:rPr kumimoji="1" lang="en-US" altLang="zh-CN" sz="1600">
                <a:ln w="12700">
                  <a:noFill/>
                </a:ln>
                <a:solidFill>
                  <a:srgbClr val="FFFFFF">
                    <a:alpha val="100000"/>
                  </a:srgbClr>
                </a:solidFill>
                <a:latin typeface="OPPOSans L"/>
                <a:ea typeface="OPPOSans L"/>
                <a:cs typeface="OPPOSans L"/>
              </a:rPr>
              <a:t>STEP. 01 </a:t>
            </a:r>
            <a:endParaRPr kumimoji="1" lang="zh-CN" altLang="en-US"/>
          </a:p>
        </p:txBody>
      </p:sp>
      <p:sp>
        <p:nvSpPr>
          <p:cNvPr id="5" name="标题 1"/>
          <p:cNvSpPr txBox="1"/>
          <p:nvPr/>
        </p:nvSpPr>
        <p:spPr>
          <a:xfrm rot="0" flipH="0" flipV="0">
            <a:off x="6612851" y="1783916"/>
            <a:ext cx="2463724" cy="679648"/>
          </a:xfrm>
          <a:custGeom>
            <a:avLst/>
            <a:gdLst>
              <a:gd name="connsiteX0" fmla="*/ 719138 w 9429750"/>
              <a:gd name="connsiteY0" fmla="*/ 2190750 h 2591431"/>
              <a:gd name="connsiteX1" fmla="*/ 1245965 w 9429750"/>
              <a:gd name="connsiteY1" fmla="*/ 2190750 h 2591431"/>
              <a:gd name="connsiteX2" fmla="*/ 1309021 w 9429750"/>
              <a:gd name="connsiteY2" fmla="*/ 2235803 h 2591431"/>
              <a:gd name="connsiteX3" fmla="*/ 1649921 w 9429750"/>
              <a:gd name="connsiteY3" fmla="*/ 2584037 h 2591431"/>
              <a:gd name="connsiteX4" fmla="*/ 1739703 w 9429750"/>
              <a:gd name="connsiteY4" fmla="*/ 2555234 h 2591431"/>
              <a:gd name="connsiteX5" fmla="*/ 1744409 w 9429750"/>
              <a:gd name="connsiteY5" fmla="*/ 2506028 h 2591431"/>
              <a:gd name="connsiteX6" fmla="*/ 1874139 w 9429750"/>
              <a:gd name="connsiteY6" fmla="*/ 2195417 h 2591431"/>
              <a:gd name="connsiteX7" fmla="*/ 1898618 w 9429750"/>
              <a:gd name="connsiteY7" fmla="*/ 2190750 h 2591431"/>
              <a:gd name="connsiteX8" fmla="*/ 8710612 w 9429750"/>
              <a:gd name="connsiteY8" fmla="*/ 2190750 h 2591431"/>
              <a:gd name="connsiteX9" fmla="*/ 9429750 w 9429750"/>
              <a:gd name="connsiteY9" fmla="*/ 1471613 h 2591431"/>
              <a:gd name="connsiteX10" fmla="*/ 9429750 w 9429750"/>
              <a:gd name="connsiteY10" fmla="*/ 719138 h 2591431"/>
              <a:gd name="connsiteX11" fmla="*/ 8710612 w 9429750"/>
              <a:gd name="connsiteY11" fmla="*/ 0 h 2591431"/>
              <a:gd name="connsiteX12" fmla="*/ 719138 w 9429750"/>
              <a:gd name="connsiteY12" fmla="*/ 0 h 2591431"/>
              <a:gd name="connsiteX13" fmla="*/ 0 w 9429750"/>
              <a:gd name="connsiteY13" fmla="*/ 719138 h 2591431"/>
              <a:gd name="connsiteX14" fmla="*/ 0 w 9429750"/>
              <a:gd name="connsiteY14" fmla="*/ 1471613 h 2591431"/>
              <a:gd name="connsiteX15" fmla="*/ 719138 w 9429750"/>
              <a:gd name="connsiteY15" fmla="*/ 2190750 h 2591431"/>
            </a:gdLst>
            <a:rect l="l" t="t" r="r" b="b"/>
            <a:pathLst>
              <a:path w="9429750" h="2591431">
                <a:moveTo>
                  <a:pt x="719138" y="2190750"/>
                </a:moveTo>
                <a:lnTo>
                  <a:pt x="1245965" y="2190750"/>
                </a:lnTo>
                <a:cubicBezTo>
                  <a:pt x="1274445" y="2190760"/>
                  <a:pt x="1299782" y="2208857"/>
                  <a:pt x="1309021" y="2235803"/>
                </a:cubicBezTo>
                <a:cubicBezTo>
                  <a:pt x="1372362" y="2413064"/>
                  <a:pt x="1528096" y="2522791"/>
                  <a:pt x="1649921" y="2584037"/>
                </a:cubicBezTo>
                <a:cubicBezTo>
                  <a:pt x="1682668" y="2600878"/>
                  <a:pt x="1722863" y="2587981"/>
                  <a:pt x="1739703" y="2555234"/>
                </a:cubicBezTo>
                <a:cubicBezTo>
                  <a:pt x="1747523" y="2540041"/>
                  <a:pt x="1749209" y="2522430"/>
                  <a:pt x="1744409" y="2506028"/>
                </a:cubicBezTo>
                <a:cubicBezTo>
                  <a:pt x="1712500" y="2400300"/>
                  <a:pt x="1710785" y="2262950"/>
                  <a:pt x="1874139" y="2195417"/>
                </a:cubicBezTo>
                <a:cubicBezTo>
                  <a:pt x="1881912" y="2192255"/>
                  <a:pt x="1890227" y="2190664"/>
                  <a:pt x="1898618" y="2190750"/>
                </a:cubicBezTo>
                <a:lnTo>
                  <a:pt x="8710612" y="2190750"/>
                </a:lnTo>
                <a:cubicBezTo>
                  <a:pt x="9107786" y="2190750"/>
                  <a:pt x="9429750" y="1868777"/>
                  <a:pt x="9429750" y="1471613"/>
                </a:cubicBezTo>
                <a:lnTo>
                  <a:pt x="9429750" y="719138"/>
                </a:lnTo>
                <a:cubicBezTo>
                  <a:pt x="9429750" y="321969"/>
                  <a:pt x="9107786" y="0"/>
                  <a:pt x="8710612" y="0"/>
                </a:cubicBezTo>
                <a:lnTo>
                  <a:pt x="719138" y="0"/>
                </a:lnTo>
                <a:cubicBezTo>
                  <a:pt x="321969" y="0"/>
                  <a:pt x="0" y="321969"/>
                  <a:pt x="0" y="719138"/>
                </a:cubicBezTo>
                <a:lnTo>
                  <a:pt x="0" y="1471613"/>
                </a:lnTo>
                <a:cubicBezTo>
                  <a:pt x="0" y="1868777"/>
                  <a:pt x="321969" y="2190750"/>
                  <a:pt x="719138" y="2190750"/>
                </a:cubicBezTo>
                <a:close/>
              </a:path>
            </a:pathLst>
          </a:custGeom>
          <a:solidFill>
            <a:schemeClr val="accent2"/>
          </a:solidFill>
          <a:ln w="9525" cap="flat">
            <a:noFill/>
            <a:miter/>
          </a:ln>
        </p:spPr>
        <p:txBody>
          <a:bodyPr vert="horz" wrap="square" lIns="91440" tIns="45720" rIns="91440" bIns="45720" rtlCol="0" anchor="ctr"/>
          <a:lstStyle/>
          <a:p>
            <a:pPr algn="l"/>
            <a:endParaRPr kumimoji="1" lang="zh-CN" altLang="en-US"/>
          </a:p>
        </p:txBody>
      </p:sp>
      <p:sp>
        <p:nvSpPr>
          <p:cNvPr id="6" name="标题 1"/>
          <p:cNvSpPr txBox="1"/>
          <p:nvPr/>
        </p:nvSpPr>
        <p:spPr>
          <a:xfrm rot="0" flipH="0" flipV="0">
            <a:off x="6782763" y="1903513"/>
            <a:ext cx="2123900" cy="339824"/>
          </a:xfrm>
          <a:prstGeom prst="rect">
            <a:avLst/>
          </a:prstGeom>
          <a:noFill/>
          <a:ln>
            <a:noFill/>
          </a:ln>
        </p:spPr>
        <p:txBody>
          <a:bodyPr vert="horz" wrap="none" lIns="0" tIns="0" rIns="0" bIns="0" rtlCol="0" anchor="ctr"/>
          <a:lstStyle/>
          <a:p>
            <a:pPr algn="l"/>
            <a:r>
              <a:rPr kumimoji="1" lang="en-US" altLang="zh-CN" sz="1600">
                <a:ln w="12700">
                  <a:noFill/>
                </a:ln>
                <a:solidFill>
                  <a:srgbClr val="FFFFFF">
                    <a:alpha val="100000"/>
                  </a:srgbClr>
                </a:solidFill>
                <a:latin typeface="OPPOSans L"/>
                <a:ea typeface="OPPOSans L"/>
                <a:cs typeface="OPPOSans L"/>
              </a:rPr>
              <a:t>STEP. 02</a:t>
            </a:r>
            <a:endParaRPr kumimoji="1" lang="zh-CN" altLang="en-US"/>
          </a:p>
        </p:txBody>
      </p:sp>
      <p:cxnSp>
        <p:nvCxnSpPr>
          <p:cNvPr id="7" name="标题 1"/>
          <p:cNvCxnSpPr/>
          <p:nvPr/>
        </p:nvCxnSpPr>
        <p:spPr>
          <a:xfrm rot="0" flipH="0" flipV="0">
            <a:off x="973333" y="5473471"/>
            <a:ext cx="5688000" cy="0"/>
          </a:xfrm>
          <a:prstGeom prst="line">
            <a:avLst/>
          </a:prstGeom>
          <a:noFill/>
          <a:ln w="12700" cap="sq">
            <a:solidFill>
              <a:schemeClr val="bg1">
                <a:lumMod val="85000"/>
              </a:schemeClr>
            </a:solidFill>
            <a:round/>
            <a:headEnd type="none"/>
            <a:tailEnd type="none"/>
          </a:ln>
        </p:spPr>
      </p:cxnSp>
      <p:sp>
        <p:nvSpPr>
          <p:cNvPr id="8" name="标题 1"/>
          <p:cNvSpPr txBox="1"/>
          <p:nvPr/>
        </p:nvSpPr>
        <p:spPr>
          <a:xfrm rot="0" flipH="0" flipV="0">
            <a:off x="6612851" y="5419471"/>
            <a:ext cx="108000" cy="108000"/>
          </a:xfrm>
          <a:prstGeom prst="ellipse">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0" flipH="0" flipV="0">
            <a:off x="947205" y="5419471"/>
            <a:ext cx="108000" cy="108000"/>
          </a:xfrm>
          <a:prstGeom prst="ellipse">
            <a:avLst/>
          </a:prstGeom>
          <a:solidFill>
            <a:schemeClr val="bg1">
              <a:lumMod val="85000"/>
            </a:schemeClr>
          </a:solidFill>
          <a:ln w="12700" cap="sq">
            <a:no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0" flipH="0" flipV="0">
            <a:off x="947205" y="2583161"/>
            <a:ext cx="4647115" cy="792000"/>
          </a:xfrm>
          <a:prstGeom prst="rect">
            <a:avLst/>
          </a:prstGeom>
          <a:noFill/>
          <a:ln>
            <a:noFill/>
          </a:ln>
        </p:spPr>
        <p:txBody>
          <a:bodyPr vert="horz" wrap="square" lIns="0" tIns="0" rIns="0" bIns="0" rtlCol="0" anchor="ctr"/>
          <a:lstStyle/>
          <a:p>
            <a:pPr algn="l"/>
            <a:r>
              <a:rPr kumimoji="1" lang="en-US" altLang="zh-CN" sz="1600">
                <a:ln w="12700">
                  <a:noFill/>
                </a:ln>
                <a:solidFill>
                  <a:srgbClr val="000000">
                    <a:alpha val="100000"/>
                  </a:srgbClr>
                </a:solidFill>
                <a:latin typeface="SourceHanSerifJP-Bold"/>
                <a:ea typeface="SourceHanSerifJP-Bold"/>
                <a:cs typeface="SourceHanSerifJP-Bold"/>
              </a:rPr>
              <a:t>偽情報がもたらす影響</a:t>
            </a:r>
            <a:endParaRPr kumimoji="1" lang="zh-CN" altLang="en-US"/>
          </a:p>
        </p:txBody>
      </p:sp>
      <p:sp>
        <p:nvSpPr>
          <p:cNvPr id="11" name="标题 1"/>
          <p:cNvSpPr txBox="1"/>
          <p:nvPr/>
        </p:nvSpPr>
        <p:spPr>
          <a:xfrm rot="0" flipH="0" flipV="0">
            <a:off x="947205" y="3375162"/>
            <a:ext cx="4647115" cy="1440000"/>
          </a:xfrm>
          <a:prstGeom prst="rect">
            <a:avLst/>
          </a:prstGeom>
          <a:noFill/>
          <a:ln>
            <a:noFill/>
          </a:ln>
        </p:spPr>
        <p:txBody>
          <a:bodyPr vert="horz" wrap="square" lIns="0" tIns="0" rIns="0" bIns="0" rtlCol="0" anchor="t"/>
          <a:lstStyle/>
          <a:p>
            <a:pPr algn="l"/>
            <a:r>
              <a:rPr kumimoji="1" lang="en-US" altLang="zh-CN" sz="795">
                <a:ln w="12700">
                  <a:noFill/>
                </a:ln>
                <a:solidFill>
                  <a:srgbClr val="262626">
                    <a:alpha val="100000"/>
                  </a:srgbClr>
                </a:solidFill>
                <a:latin typeface="SourceHanSerifJP-Regular"/>
                <a:ea typeface="SourceHanSerifJP-Regular"/>
                <a:cs typeface="SourceHanSerifJP-Regular"/>
              </a:rPr>
              <a:t>現在、AI技術の発展により、偽情報の生成と拡散が非常に容易になっています。これは社会に深刻な影響を与え、特に信頼性が重要な医療や金融の分野でその影響力は計り知れません。偽情報が広がることで、個人や組織の信頼が失われる可能性があり、社会的な不安を引き起こす可能性もあり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2" name="标题 1"/>
          <p:cNvSpPr txBox="1"/>
          <p:nvPr/>
        </p:nvSpPr>
        <p:spPr>
          <a:xfrm rot="0" flipH="0" flipV="0">
            <a:off x="6612851" y="2583161"/>
            <a:ext cx="4647115" cy="792000"/>
          </a:xfrm>
          <a:prstGeom prst="rect">
            <a:avLst/>
          </a:prstGeom>
          <a:noFill/>
          <a:ln>
            <a:noFill/>
          </a:ln>
        </p:spPr>
        <p:txBody>
          <a:bodyPr vert="horz" wrap="square" lIns="0" tIns="0" rIns="0" bIns="0" rtlCol="0" anchor="ctr"/>
          <a:lstStyle/>
          <a:p>
            <a:pPr algn="l"/>
            <a:r>
              <a:rPr kumimoji="1" lang="en-US" altLang="zh-CN" sz="1600">
                <a:ln w="12700">
                  <a:noFill/>
                </a:ln>
                <a:solidFill>
                  <a:srgbClr val="000000">
                    <a:alpha val="100000"/>
                  </a:srgbClr>
                </a:solidFill>
                <a:latin typeface="SourceHanSerifJP-Bold"/>
                <a:ea typeface="SourceHanSerifJP-Bold"/>
                <a:cs typeface="SourceHanSerifJP-Bold"/>
              </a:rPr>
              <a:t>大脳と情報処理の関係</a:t>
            </a:r>
            <a:endParaRPr kumimoji="1" lang="zh-CN" altLang="en-US"/>
          </a:p>
        </p:txBody>
      </p:sp>
      <p:sp>
        <p:nvSpPr>
          <p:cNvPr id="13" name="标题 1"/>
          <p:cNvSpPr txBox="1"/>
          <p:nvPr/>
        </p:nvSpPr>
        <p:spPr>
          <a:xfrm rot="0" flipH="0" flipV="0">
            <a:off x="6612851" y="3375162"/>
            <a:ext cx="4647115" cy="1440000"/>
          </a:xfrm>
          <a:prstGeom prst="rect">
            <a:avLst/>
          </a:prstGeom>
          <a:noFill/>
          <a:ln>
            <a:noFill/>
          </a:ln>
        </p:spPr>
        <p:txBody>
          <a:bodyPr vert="horz" wrap="square" lIns="0" tIns="0" rIns="0" bIns="0" rtlCol="0" anchor="t"/>
          <a:lstStyle/>
          <a:p>
            <a:pPr algn="l"/>
            <a:r>
              <a:rPr kumimoji="1" lang="en-US" altLang="zh-CN" sz="795">
                <a:ln w="12700">
                  <a:noFill/>
                </a:ln>
                <a:solidFill>
                  <a:srgbClr val="262626">
                    <a:alpha val="100000"/>
                  </a:srgbClr>
                </a:solidFill>
                <a:latin typeface="SourceHanSerifJP-Regular"/>
                <a:ea typeface="SourceHanSerifJP-Regular"/>
                <a:cs typeface="SourceHanSerifJP-Regular"/>
              </a:rPr>
              <a:t>人間の脳は時として効率を重視し、情報を簡単に処理しようとする傾向があります。これは、偽情報を容易に信じてしまう原因の一つです。また、馴染みのある情報や自身の信念に合致する情報は、たとえ誤っていても受け入れやすい傾向があり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4"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AIと偽情報の拡散</a:t>
            </a:r>
            <a:endParaRPr kumimoji="1" lang="zh-CN" altLang="en-US"/>
          </a:p>
        </p:txBody>
      </p:sp>
      <p:grpSp>
        <p:nvGrpSpPr>
          <p:cNvPr id="15" name=""/>
          <p:cNvGrpSpPr/>
          <p:nvPr/>
        </p:nvGrpSpPr>
        <p:grpSpPr>
          <a:xfrm>
            <a:off x="504217" y="534464"/>
            <a:ext cx="312365" cy="312365"/>
            <a:chOff x="504217" y="534464"/>
            <a:chExt cx="312365" cy="312365"/>
          </a:xfrm>
        </p:grpSpPr>
        <p:sp>
          <p:nvSpPr>
            <p:cNvPr id="16"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7"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7114578" y="2432026"/>
            <a:ext cx="4404321" cy="504000"/>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0" flipH="0" flipV="0">
            <a:off x="6478899" y="2432026"/>
            <a:ext cx="648000" cy="504000"/>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rot="0" flipH="0" flipV="0">
            <a:off x="1296079" y="2432026"/>
            <a:ext cx="4404321" cy="504000"/>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rot="0" flipH="0" flipV="0">
            <a:off x="660400" y="2432026"/>
            <a:ext cx="648000" cy="504000"/>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7" name="标题 1"/>
          <p:cNvSpPr txBox="1"/>
          <p:nvPr/>
        </p:nvSpPr>
        <p:spPr>
          <a:xfrm rot="0" flipH="0" flipV="0">
            <a:off x="840400" y="3123127"/>
            <a:ext cx="4680000" cy="1709247"/>
          </a:xfrm>
          <a:prstGeom prst="rect">
            <a:avLst/>
          </a:prstGeom>
          <a:noFill/>
          <a:ln>
            <a:noFill/>
          </a:ln>
        </p:spPr>
        <p:txBody>
          <a:bodyPr vert="horz" wrap="square" lIns="0" tIns="0" rIns="0" bIns="0" rtlCol="0" anchor="t"/>
          <a:lstStyle/>
          <a:p>
            <a:pPr algn="l"/>
            <a:r>
              <a:rPr kumimoji="1" lang="en-US" altLang="zh-CN" sz="854">
                <a:ln w="12700">
                  <a:noFill/>
                </a:ln>
                <a:solidFill>
                  <a:srgbClr val="262626">
                    <a:alpha val="100000"/>
                  </a:srgbClr>
                </a:solidFill>
                <a:latin typeface="SourceHanSerifJP-Regular"/>
                <a:ea typeface="SourceHanSerifJP-Regular"/>
                <a:cs typeface="SourceHanSerifJP-Regular"/>
              </a:rPr>
              <a:t>メディアリテラシーとは、情報の真偽を判断し適切に利用する能力のことです。特に偽情報が氾濫する現代において、この能力は非常に重要です。情報の出所や証拠を確認し、誇張された情報に疑問を持つことが必要です。また、様々な情報源を比較し、全体像を把握することも重要で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8" name="标题 1"/>
          <p:cNvSpPr txBox="1"/>
          <p:nvPr/>
        </p:nvSpPr>
        <p:spPr>
          <a:xfrm rot="0" flipH="0" flipV="0">
            <a:off x="1518239" y="2504025"/>
            <a:ext cx="3960000" cy="360000"/>
          </a:xfrm>
          <a:prstGeom prst="rect">
            <a:avLst/>
          </a:prstGeom>
          <a:noFill/>
          <a:ln>
            <a:noFill/>
          </a:ln>
        </p:spPr>
        <p:txBody>
          <a:bodyPr vert="horz" wrap="square" lIns="0" tIns="0" rIns="0" bIns="0" rtlCol="0" anchor="ctr"/>
          <a:lstStyle/>
          <a:p>
            <a:pPr algn="ctr"/>
            <a:r>
              <a:rPr kumimoji="1" lang="en-US" altLang="zh-CN" sz="1600">
                <a:ln w="12700">
                  <a:noFill/>
                </a:ln>
                <a:solidFill>
                  <a:srgbClr val="E36387">
                    <a:alpha val="100000"/>
                  </a:srgbClr>
                </a:solidFill>
                <a:latin typeface="SourceHanSerifJP-Bold"/>
                <a:ea typeface="SourceHanSerifJP-Bold"/>
                <a:cs typeface="SourceHanSerifJP-Bold"/>
              </a:rPr>
              <a:t>メディアリテラシーの重要性</a:t>
            </a:r>
            <a:endParaRPr kumimoji="1" lang="zh-CN" altLang="en-US"/>
          </a:p>
        </p:txBody>
      </p:sp>
      <p:sp>
        <p:nvSpPr>
          <p:cNvPr id="9" name="标题 1"/>
          <p:cNvSpPr txBox="1"/>
          <p:nvPr/>
        </p:nvSpPr>
        <p:spPr>
          <a:xfrm rot="0" flipH="0" flipV="0">
            <a:off x="714400" y="2540025"/>
            <a:ext cx="540000" cy="288000"/>
          </a:xfrm>
          <a:prstGeom prst="rect">
            <a:avLst/>
          </a:prstGeom>
          <a:noFill/>
          <a:ln>
            <a:noFill/>
          </a:ln>
        </p:spPr>
        <p:txBody>
          <a:bodyPr vert="horz" wrap="square" lIns="0" tIns="0" rIns="0" bIns="0" rtlCol="0" anchor="ctr"/>
          <a:lstStyle/>
          <a:p>
            <a:pPr algn="ctr"/>
            <a:r>
              <a:rPr kumimoji="1" lang="en-US" altLang="zh-CN" sz="2000">
                <a:ln w="12700">
                  <a:noFill/>
                </a:ln>
                <a:solidFill>
                  <a:srgbClr val="FFFFFF">
                    <a:alpha val="100000"/>
                  </a:srgbClr>
                </a:solidFill>
                <a:latin typeface="OPPOSans H"/>
                <a:ea typeface="OPPOSans H"/>
                <a:cs typeface="OPPOSans H"/>
              </a:rPr>
              <a:t>01</a:t>
            </a:r>
            <a:endParaRPr kumimoji="1" lang="zh-CN" altLang="en-US"/>
          </a:p>
        </p:txBody>
      </p:sp>
      <p:sp>
        <p:nvSpPr>
          <p:cNvPr id="10" name="标题 1"/>
          <p:cNvSpPr txBox="1"/>
          <p:nvPr/>
        </p:nvSpPr>
        <p:spPr>
          <a:xfrm rot="0" flipH="0" flipV="0">
            <a:off x="6671600" y="3123127"/>
            <a:ext cx="4680000" cy="1709247"/>
          </a:xfrm>
          <a:prstGeom prst="rect">
            <a:avLst/>
          </a:prstGeom>
          <a:noFill/>
          <a:ln>
            <a:noFill/>
          </a:ln>
        </p:spPr>
        <p:txBody>
          <a:bodyPr vert="horz" wrap="square" lIns="0" tIns="0" rIns="0" bIns="0" rtlCol="0" anchor="t"/>
          <a:lstStyle/>
          <a:p>
            <a:pPr algn="l"/>
            <a:r>
              <a:rPr kumimoji="1" lang="en-US" altLang="zh-CN" sz="854">
                <a:ln w="12700">
                  <a:noFill/>
                </a:ln>
                <a:solidFill>
                  <a:srgbClr val="262626">
                    <a:alpha val="100000"/>
                  </a:srgbClr>
                </a:solidFill>
                <a:latin typeface="SourceHanSerifJP-Regular"/>
                <a:ea typeface="SourceHanSerifJP-Regular"/>
                <a:cs typeface="SourceHanSerifJP-Regular"/>
              </a:rPr>
              <a:t>Googleの「以図搜図」機能や事実確認サイトなど、偽情報を見破るためのツールがいくつか存在します。これらのツールを利用することで、情報の真偽を迅速かつ効果的に確認することができます。例えば、「事実查核センター」というサイトでは、人気のあるニュースの真偽をチェックすることができ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1" name="标题 1"/>
          <p:cNvSpPr txBox="1"/>
          <p:nvPr/>
        </p:nvSpPr>
        <p:spPr>
          <a:xfrm rot="0" flipH="0" flipV="0">
            <a:off x="7336738" y="2504025"/>
            <a:ext cx="3960000" cy="360000"/>
          </a:xfrm>
          <a:prstGeom prst="rect">
            <a:avLst/>
          </a:prstGeom>
          <a:noFill/>
          <a:ln>
            <a:noFill/>
          </a:ln>
        </p:spPr>
        <p:txBody>
          <a:bodyPr vert="horz" wrap="square" lIns="0" tIns="0" rIns="0" bIns="0" rtlCol="0" anchor="ctr"/>
          <a:lstStyle/>
          <a:p>
            <a:pPr algn="ctr"/>
            <a:r>
              <a:rPr kumimoji="1" lang="en-US" altLang="zh-CN" sz="1600">
                <a:ln w="12700">
                  <a:noFill/>
                </a:ln>
                <a:solidFill>
                  <a:srgbClr val="E36387">
                    <a:alpha val="100000"/>
                  </a:srgbClr>
                </a:solidFill>
                <a:latin typeface="SourceHanSerifJP-Bold"/>
                <a:ea typeface="SourceHanSerifJP-Bold"/>
                <a:cs typeface="SourceHanSerifJP-Bold"/>
              </a:rPr>
              <a:t>偽情報を見破るためのツール</a:t>
            </a:r>
            <a:endParaRPr kumimoji="1" lang="zh-CN" altLang="en-US"/>
          </a:p>
        </p:txBody>
      </p:sp>
      <p:sp>
        <p:nvSpPr>
          <p:cNvPr id="12" name="标题 1"/>
          <p:cNvSpPr txBox="1"/>
          <p:nvPr/>
        </p:nvSpPr>
        <p:spPr>
          <a:xfrm rot="0" flipH="0" flipV="0">
            <a:off x="6532899" y="2540025"/>
            <a:ext cx="540000" cy="288000"/>
          </a:xfrm>
          <a:prstGeom prst="rect">
            <a:avLst/>
          </a:prstGeom>
          <a:noFill/>
          <a:ln>
            <a:noFill/>
          </a:ln>
        </p:spPr>
        <p:txBody>
          <a:bodyPr vert="horz" wrap="square" lIns="0" tIns="0" rIns="0" bIns="0" rtlCol="0" anchor="ctr"/>
          <a:lstStyle/>
          <a:p>
            <a:pPr algn="ctr"/>
            <a:r>
              <a:rPr kumimoji="1" lang="en-US" altLang="zh-CN" sz="2000">
                <a:ln w="12700">
                  <a:noFill/>
                </a:ln>
                <a:solidFill>
                  <a:srgbClr val="FFFFFF">
                    <a:alpha val="100000"/>
                  </a:srgbClr>
                </a:solidFill>
                <a:latin typeface="OPPOSans H"/>
                <a:ea typeface="OPPOSans H"/>
                <a:cs typeface="OPPOSans H"/>
              </a:rPr>
              <a:t>02</a:t>
            </a:r>
            <a:endParaRPr kumimoji="1" lang="zh-CN" altLang="en-US"/>
          </a:p>
        </p:txBody>
      </p:sp>
      <p:sp>
        <p:nvSpPr>
          <p:cNvPr id="13"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AIを用いた偽情報対策</a:t>
            </a:r>
            <a:endParaRPr kumimoji="1" lang="zh-CN" altLang="en-US"/>
          </a:p>
        </p:txBody>
      </p:sp>
      <p:grpSp>
        <p:nvGrpSpPr>
          <p:cNvPr id="14" name=""/>
          <p:cNvGrpSpPr/>
          <p:nvPr/>
        </p:nvGrpSpPr>
        <p:grpSpPr>
          <a:xfrm>
            <a:off x="504217" y="534464"/>
            <a:ext cx="312365" cy="312365"/>
            <a:chOff x="504217" y="534464"/>
            <a:chExt cx="312365" cy="312365"/>
          </a:xfrm>
        </p:grpSpPr>
        <p:sp>
          <p:nvSpPr>
            <p:cNvPr id="15"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425651" y="1533891"/>
            <a:ext cx="7353672" cy="82296"/>
          </a:xfrm>
          <a:prstGeom prst="rect">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16200000" flipH="0" flipV="0">
            <a:off x="6564628" y="1974668"/>
            <a:ext cx="3652522" cy="3823066"/>
          </a:xfrm>
          <a:prstGeom prst="rect">
            <a:avLst/>
          </a:prstGeom>
          <a:solidFill>
            <a:schemeClr val="bg1">
              <a:lumMod val="95000"/>
            </a:schemeClr>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rot="0" flipH="0" flipV="0">
            <a:off x="6676389" y="3592624"/>
            <a:ext cx="3429000" cy="1797256"/>
          </a:xfrm>
          <a:prstGeom prst="rect">
            <a:avLst/>
          </a:prstGeom>
          <a:noFill/>
          <a:ln>
            <a:noFill/>
          </a:ln>
        </p:spPr>
        <p:txBody>
          <a:bodyPr vert="horz" wrap="square" lIns="91440" tIns="45720" rIns="91440" bIns="45720" rtlCol="0" anchor="t"/>
          <a:lstStyle/>
          <a:p>
            <a:pPr algn="ctr"/>
            <a:r>
              <a:rPr kumimoji="1" lang="en-US" altLang="zh-CN" sz="716">
                <a:ln w="12700">
                  <a:noFill/>
                </a:ln>
                <a:solidFill>
                  <a:srgbClr val="000000">
                    <a:alpha val="100000"/>
                  </a:srgbClr>
                </a:solidFill>
                <a:latin typeface="SourceHanSerifJP-Regular"/>
                <a:ea typeface="SourceHanSerifJP-Regular"/>
                <a:cs typeface="SourceHanSerifJP-Regular"/>
              </a:rPr>
              <a:t>教育は偽情報対策の重要な要素です。学校でのメディアリテラシー教育は、学生が情報の真偽を自分で判断できるようにするために必要です。情報の出所を確認し、証拠に基づいた判断を行う能力を育成することが、将来の社会において重要な役割を果たし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6" name="标题 1"/>
          <p:cNvSpPr txBox="1"/>
          <p:nvPr/>
        </p:nvSpPr>
        <p:spPr>
          <a:xfrm rot="0" flipH="0" flipV="0">
            <a:off x="6676389" y="3165091"/>
            <a:ext cx="3429000" cy="266700"/>
          </a:xfrm>
          <a:prstGeom prst="rect">
            <a:avLst/>
          </a:prstGeom>
          <a:noFill/>
          <a:ln>
            <a:noFill/>
          </a:ln>
        </p:spPr>
        <p:txBody>
          <a:bodyPr vert="horz" wrap="square" lIns="0" tIns="0" rIns="0" bIns="0" rtlCol="0" anchor="b">
            <a:spAutoFit/>
          </a:bodyPr>
          <a:lstStyle/>
          <a:p>
            <a:pPr algn="ctr"/>
            <a:r>
              <a:rPr kumimoji="1" lang="en-US" altLang="zh-CN" sz="1600">
                <a:ln w="12700">
                  <a:noFill/>
                </a:ln>
                <a:solidFill>
                  <a:srgbClr val="404040">
                    <a:alpha val="100000"/>
                  </a:srgbClr>
                </a:solidFill>
                <a:latin typeface="SourceHanSerifJP-Bold"/>
                <a:ea typeface="SourceHanSerifJP-Bold"/>
                <a:cs typeface="SourceHanSerifJP-Bold"/>
              </a:rPr>
              <a:t>教育の役割とメディアリテラシー</a:t>
            </a:r>
            <a:endParaRPr kumimoji="1" lang="zh-CN" altLang="en-US"/>
          </a:p>
        </p:txBody>
      </p:sp>
      <p:sp>
        <p:nvSpPr>
          <p:cNvPr id="7" name="标题 1"/>
          <p:cNvSpPr txBox="1"/>
          <p:nvPr/>
        </p:nvSpPr>
        <p:spPr>
          <a:xfrm rot="0" flipH="0" flipV="0">
            <a:off x="8195046" y="2388912"/>
            <a:ext cx="391685" cy="447317"/>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8" name="标题 1"/>
          <p:cNvSpPr txBox="1"/>
          <p:nvPr/>
        </p:nvSpPr>
        <p:spPr>
          <a:xfrm rot="0" flipH="0" flipV="0">
            <a:off x="1911633" y="3592624"/>
            <a:ext cx="3549367" cy="1792176"/>
          </a:xfrm>
          <a:prstGeom prst="rect">
            <a:avLst/>
          </a:prstGeom>
          <a:noFill/>
          <a:ln>
            <a:noFill/>
          </a:ln>
        </p:spPr>
        <p:txBody>
          <a:bodyPr vert="horz" wrap="square" lIns="91440" tIns="45720" rIns="91440" bIns="45720" rtlCol="0" anchor="t"/>
          <a:lstStyle/>
          <a:p>
            <a:pPr algn="ctr"/>
            <a:r>
              <a:rPr kumimoji="1" lang="en-US" altLang="zh-CN" sz="714">
                <a:ln w="12700">
                  <a:noFill/>
                </a:ln>
                <a:solidFill>
                  <a:srgbClr val="000000">
                    <a:alpha val="100000"/>
                  </a:srgbClr>
                </a:solidFill>
                <a:latin typeface="SourceHanSerifJP-Regular"/>
                <a:ea typeface="SourceHanSerifJP-Regular"/>
                <a:cs typeface="SourceHanSerifJP-Regular"/>
              </a:rPr>
              <a:t>AI技術の進化により、未来の偽情報はさらに巧妙で精巧になることが予想されます。私たちはこれに対抗するために、新しい技術と手法を開発し続ける必要があります。それには、AI自身を利用した偽情報検出システムや、広範な教育プログラムを通じたメディアリテラシーの向上が含まれ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9" name="标题 1"/>
          <p:cNvSpPr txBox="1"/>
          <p:nvPr/>
        </p:nvSpPr>
        <p:spPr>
          <a:xfrm rot="0" flipH="0" flipV="0">
            <a:off x="1911633" y="3165091"/>
            <a:ext cx="3543300" cy="266700"/>
          </a:xfrm>
          <a:prstGeom prst="rect">
            <a:avLst/>
          </a:prstGeom>
          <a:noFill/>
          <a:ln>
            <a:noFill/>
          </a:ln>
        </p:spPr>
        <p:txBody>
          <a:bodyPr vert="horz" wrap="square" lIns="0" tIns="0" rIns="0" bIns="0" rtlCol="0" anchor="b">
            <a:spAutoFit/>
          </a:bodyPr>
          <a:lstStyle/>
          <a:p>
            <a:pPr algn="ctr"/>
            <a:r>
              <a:rPr kumimoji="1" lang="en-US" altLang="zh-CN" sz="1600">
                <a:ln w="12700">
                  <a:noFill/>
                </a:ln>
                <a:solidFill>
                  <a:srgbClr val="404040">
                    <a:alpha val="100000"/>
                  </a:srgbClr>
                </a:solidFill>
                <a:latin typeface="SourceHanSerifJP-Bold"/>
                <a:ea typeface="SourceHanSerifJP-Bold"/>
                <a:cs typeface="SourceHanSerifJP-Bold"/>
              </a:rPr>
              <a:t>未来の偽情報とその対策</a:t>
            </a:r>
            <a:endParaRPr kumimoji="1" lang="zh-CN" altLang="en-US"/>
          </a:p>
        </p:txBody>
      </p:sp>
      <p:sp>
        <p:nvSpPr>
          <p:cNvPr id="10" name="标题 1"/>
          <p:cNvSpPr txBox="1"/>
          <p:nvPr/>
        </p:nvSpPr>
        <p:spPr>
          <a:xfrm rot="0" flipH="0" flipV="0">
            <a:off x="3471226" y="2388912"/>
            <a:ext cx="430180" cy="447317"/>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tx1"/>
          </a:solidFill>
          <a:ln w="12700" cap="sq">
            <a:noFill/>
            <a:miter/>
          </a:ln>
        </p:spPr>
        <p:txBody>
          <a:bodyPr vert="horz" wrap="square" lIns="38090" tIns="38090" rIns="38090" bIns="38090" rtlCol="0" anchor="ctr"/>
          <a:lstStyle/>
          <a:p>
            <a:pPr algn="l"/>
            <a:endParaRPr kumimoji="1" lang="zh-CN" altLang="en-US"/>
          </a:p>
        </p:txBody>
      </p:sp>
      <p:sp>
        <p:nvSpPr>
          <p:cNvPr id="11"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AIと未来のメディア環境</a:t>
            </a:r>
            <a:endParaRPr kumimoji="1" lang="zh-CN" altLang="en-US"/>
          </a:p>
        </p:txBody>
      </p:sp>
      <p:grpSp>
        <p:nvGrpSpPr>
          <p:cNvPr id="12" name=""/>
          <p:cNvGrpSpPr/>
          <p:nvPr/>
        </p:nvGrpSpPr>
        <p:grpSpPr>
          <a:xfrm>
            <a:off x="504217" y="534464"/>
            <a:ext cx="312365" cy="312365"/>
            <a:chOff x="504217" y="534464"/>
            <a:chExt cx="312365" cy="312365"/>
          </a:xfrm>
        </p:grpSpPr>
        <p:sp>
          <p:nvSpPr>
            <p:cNvPr id="13"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7248524" y="0"/>
            <a:ext cx="2592181" cy="5459968"/>
          </a:xfrm>
          <a:prstGeom prst="rect">
            <a:avLst/>
          </a:prstGeom>
          <a:solidFill>
            <a:schemeClr val="accent1">
              <a:lumMod val="75000"/>
            </a:schemeClr>
          </a:solidFill>
          <a:ln w="9525" cap="sq">
            <a:noFill/>
            <a:miter/>
          </a:ln>
        </p:spPr>
        <p:txBody>
          <a:bodyPr vert="horz" wrap="square" lIns="91440" tIns="45720" rIns="91440" bIns="45720" rtlCol="0" anchor="ctr"/>
          <a:lstStyle/>
          <a:p>
            <a:pPr algn="ctr"/>
            <a:endParaRPr kumimoji="1" lang="zh-CN" altLang="en-US"/>
          </a:p>
        </p:txBody>
      </p:sp>
      <p:pic>
        <p:nvPicPr>
          <p:cNvPr id="4" name=""/>
          <p:cNvPicPr>
            <a:picLocks noChangeAspect="1"/>
          </p:cNvPicPr>
          <p:nvPr/>
        </p:nvPicPr>
        <p:blipFill>
          <a:blip r:embed="rId2">
            <a:alphaModFix amt="100000"/>
          </a:blip>
          <a:srcRect l="0" t="0" r="0" b="0"/>
          <a:stretch>
            <a:fillRect/>
          </a:stretch>
        </p:blipFill>
        <p:spPr>
          <a:xfrm rot="0" flipH="0" flipV="0">
            <a:off x="5728392" y="2314777"/>
            <a:ext cx="5803895" cy="3426249"/>
          </a:xfrm>
          <a:prstGeom prst="rect">
            <a:avLst/>
          </a:prstGeom>
          <a:noFill/>
          <a:ln>
            <a:noFill/>
          </a:ln>
        </p:spPr>
      </p:pic>
      <p:sp>
        <p:nvSpPr>
          <p:cNvPr id="5" name="标题 1"/>
          <p:cNvSpPr txBox="1"/>
          <p:nvPr/>
        </p:nvSpPr>
        <p:spPr>
          <a:xfrm rot="0" flipH="0" flipV="0">
            <a:off x="1985218" y="2208625"/>
            <a:ext cx="3416300" cy="266700"/>
          </a:xfrm>
          <a:prstGeom prst="rect">
            <a:avLst/>
          </a:prstGeom>
          <a:noFill/>
          <a:ln>
            <a:noFill/>
          </a:ln>
        </p:spPr>
        <p:txBody>
          <a:bodyPr vert="horz" wrap="square" lIns="0" tIns="0" rIns="0" bIns="0" rtlCol="0" anchor="b">
            <a:spAutoFit/>
          </a:bodyPr>
          <a:lstStyle/>
          <a:p>
            <a:pPr algn="l"/>
            <a:r>
              <a:rPr kumimoji="1" lang="en-US" altLang="zh-CN" sz="1600">
                <a:ln w="12700">
                  <a:noFill/>
                </a:ln>
                <a:solidFill>
                  <a:srgbClr val="404040">
                    <a:alpha val="100000"/>
                  </a:srgbClr>
                </a:solidFill>
                <a:latin typeface="SourceHanSerifJP-Bold"/>
                <a:ea typeface="SourceHanSerifJP-Bold"/>
                <a:cs typeface="SourceHanSerifJP-Bold"/>
              </a:rPr>
              <a:t>好奇心と批判的思考</a:t>
            </a:r>
            <a:endParaRPr kumimoji="1" lang="zh-CN" altLang="en-US"/>
          </a:p>
        </p:txBody>
      </p:sp>
      <p:sp>
        <p:nvSpPr>
          <p:cNvPr id="6" name="标题 1"/>
          <p:cNvSpPr txBox="1"/>
          <p:nvPr/>
        </p:nvSpPr>
        <p:spPr>
          <a:xfrm rot="0" flipH="0" flipV="0">
            <a:off x="1237820" y="2650905"/>
            <a:ext cx="4157140" cy="1459582"/>
          </a:xfrm>
          <a:prstGeom prst="rect">
            <a:avLst/>
          </a:prstGeom>
          <a:noFill/>
          <a:ln>
            <a:noFill/>
          </a:ln>
        </p:spPr>
        <p:txBody>
          <a:bodyPr vert="horz" wrap="square" lIns="0" tIns="0" rIns="0" bIns="0" rtlCol="0" anchor="t"/>
          <a:lstStyle/>
          <a:p>
            <a:pPr algn="l"/>
            <a:r>
              <a:rPr kumimoji="1" lang="en-US" altLang="zh-CN" sz="608">
                <a:ln w="12700">
                  <a:noFill/>
                </a:ln>
                <a:solidFill>
                  <a:srgbClr val="404040">
                    <a:alpha val="100000"/>
                  </a:srgbClr>
                </a:solidFill>
                <a:latin typeface="SourceHanSerifJP-Regular"/>
                <a:ea typeface="SourceHanSerifJP-Regular"/>
                <a:cs typeface="SourceHanSerifJP-Regular"/>
              </a:rPr>
              <a:t>偽情報に惑わされないためには、好奇心と批判的思考が重要です。新しい情報に対して常に興味を持ち、それが真実かどうかを多角的に検証する姿勢が必要です。なぜその情報が提供されるのか、何を意図しているのかを考えることで、偽情報に対する免疫力を高めることができ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7" name="标题 1"/>
          <p:cNvSpPr txBox="1"/>
          <p:nvPr/>
        </p:nvSpPr>
        <p:spPr>
          <a:xfrm rot="0" flipH="0" flipV="0">
            <a:off x="1985218" y="4475604"/>
            <a:ext cx="3416300" cy="266700"/>
          </a:xfrm>
          <a:prstGeom prst="rect">
            <a:avLst/>
          </a:prstGeom>
          <a:noFill/>
          <a:ln>
            <a:noFill/>
          </a:ln>
        </p:spPr>
        <p:txBody>
          <a:bodyPr vert="horz" wrap="square" lIns="0" tIns="0" rIns="0" bIns="0" rtlCol="0" anchor="b">
            <a:spAutoFit/>
          </a:bodyPr>
          <a:lstStyle/>
          <a:p>
            <a:pPr algn="l"/>
            <a:r>
              <a:rPr kumimoji="1" lang="en-US" altLang="zh-CN" sz="1600">
                <a:ln w="12700">
                  <a:noFill/>
                </a:ln>
                <a:solidFill>
                  <a:srgbClr val="404040">
                    <a:alpha val="100000"/>
                  </a:srgbClr>
                </a:solidFill>
                <a:latin typeface="SourceHanSerifJP-Bold"/>
                <a:ea typeface="SourceHanSerifJP-Bold"/>
                <a:cs typeface="SourceHanSerifJP-Bold"/>
              </a:rPr>
              <a:t>多角的な情報収集</a:t>
            </a:r>
            <a:endParaRPr kumimoji="1" lang="zh-CN" altLang="en-US"/>
          </a:p>
        </p:txBody>
      </p:sp>
      <p:sp>
        <p:nvSpPr>
          <p:cNvPr id="8" name="标题 1"/>
          <p:cNvSpPr txBox="1"/>
          <p:nvPr/>
        </p:nvSpPr>
        <p:spPr>
          <a:xfrm rot="0" flipH="0" flipV="0">
            <a:off x="1237820" y="4920038"/>
            <a:ext cx="4157140" cy="1214062"/>
          </a:xfrm>
          <a:prstGeom prst="rect">
            <a:avLst/>
          </a:prstGeom>
          <a:noFill/>
          <a:ln>
            <a:noFill/>
          </a:ln>
        </p:spPr>
        <p:txBody>
          <a:bodyPr vert="horz" wrap="square" lIns="0" tIns="0" rIns="0" bIns="0" rtlCol="0" anchor="t"/>
          <a:lstStyle/>
          <a:p>
            <a:pPr algn="l"/>
            <a:r>
              <a:rPr kumimoji="1" lang="en-US" altLang="zh-CN" sz="548">
                <a:ln w="12700">
                  <a:noFill/>
                </a:ln>
                <a:solidFill>
                  <a:srgbClr val="404040">
                    <a:alpha val="100000"/>
                  </a:srgbClr>
                </a:solidFill>
                <a:latin typeface="SourceHanSerifJP-Regular"/>
                <a:ea typeface="SourceHanSerifJP-Regular"/>
                <a:cs typeface="SourceHanSerifJP-Regular"/>
              </a:rPr>
              <a:t>一つの情報源だけに依存せず、複数の情報源から情報を集めることが重要です。異なる観点からの情報を比較することで、より正確な情報を得ることができます。また、信頼性のある情報源を見極めることも大切です。このようにして、情報の真実性を高めることができ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pic>
        <p:nvPicPr>
          <p:cNvPr id="9" name=""/>
          <p:cNvPicPr>
            <a:picLocks noChangeAspect="1"/>
          </p:cNvPicPr>
          <p:nvPr/>
        </p:nvPicPr>
        <p:blipFill>
          <a:blip r:embed="rId3">
            <a:alphaModFix amt="100000"/>
          </a:blip>
          <a:srcRect l="4653" t="0" r="4653" b="36733"/>
          <a:stretch>
            <a:fillRect/>
          </a:stretch>
        </p:blipFill>
        <p:spPr>
          <a:xfrm rot="0" flipH="0" flipV="0">
            <a:off x="5245156" y="4585429"/>
            <a:ext cx="6598918" cy="1697498"/>
          </a:xfrm>
          <a:prstGeom prst="rect">
            <a:avLst/>
          </a:prstGeom>
          <a:noFill/>
          <a:ln>
            <a:noFill/>
          </a:ln>
        </p:spPr>
      </p:pic>
      <p:sp>
        <p:nvSpPr>
          <p:cNvPr id="10" name="标题 1"/>
          <p:cNvSpPr txBox="1"/>
          <p:nvPr/>
        </p:nvSpPr>
        <p:spPr>
          <a:xfrm rot="0" flipH="0" flipV="0">
            <a:off x="6534840" y="2476500"/>
            <a:ext cx="4191000" cy="2590800"/>
          </a:xfrm>
          <a:prstGeom prst="rect">
            <a:avLst/>
          </a:prstGeom>
          <a:blipFill>
            <a:blip r:embed="rId4"/>
            <a:srcRect l="0" t="0" r="0" b="0"/>
            <a:stretch>
              <a:fillRect l="0" t="0" r="0" b="0"/>
            </a:stretch>
          </a:blipFill>
          <a:ln w="9525"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1258856" y="1974851"/>
            <a:ext cx="582232" cy="538604"/>
          </a:xfrm>
          <a:custGeom>
            <a:avLst/>
            <a:gdLst>
              <a:gd name="connsiteX0" fmla="*/ 56258 w 778320"/>
              <a:gd name="connsiteY0" fmla="*/ 333700 h 720001"/>
              <a:gd name="connsiteX1" fmla="*/ 56258 w 778320"/>
              <a:gd name="connsiteY1" fmla="*/ 627457 h 720001"/>
              <a:gd name="connsiteX2" fmla="*/ 66946 w 778320"/>
              <a:gd name="connsiteY2" fmla="*/ 653054 h 720001"/>
              <a:gd name="connsiteX3" fmla="*/ 92544 w 778320"/>
              <a:gd name="connsiteY3" fmla="*/ 663743 h 720001"/>
              <a:gd name="connsiteX4" fmla="*/ 685683 w 778320"/>
              <a:gd name="connsiteY4" fmla="*/ 663743 h 720001"/>
              <a:gd name="connsiteX5" fmla="*/ 711281 w 778320"/>
              <a:gd name="connsiteY5" fmla="*/ 653054 h 720001"/>
              <a:gd name="connsiteX6" fmla="*/ 721969 w 778320"/>
              <a:gd name="connsiteY6" fmla="*/ 627457 h 720001"/>
              <a:gd name="connsiteX7" fmla="*/ 721969 w 778320"/>
              <a:gd name="connsiteY7" fmla="*/ 333700 h 720001"/>
              <a:gd name="connsiteX8" fmla="*/ 92544 w 778320"/>
              <a:gd name="connsiteY8" fmla="*/ 142049 h 720001"/>
              <a:gd name="connsiteX9" fmla="*/ 56258 w 778320"/>
              <a:gd name="connsiteY9" fmla="*/ 178336 h 720001"/>
              <a:gd name="connsiteX10" fmla="*/ 56258 w 778320"/>
              <a:gd name="connsiteY10" fmla="*/ 277443 h 720001"/>
              <a:gd name="connsiteX11" fmla="*/ 721969 w 778320"/>
              <a:gd name="connsiteY11" fmla="*/ 277443 h 720001"/>
              <a:gd name="connsiteX12" fmla="*/ 721969 w 778320"/>
              <a:gd name="connsiteY12" fmla="*/ 178336 h 720001"/>
              <a:gd name="connsiteX13" fmla="*/ 685683 w 778320"/>
              <a:gd name="connsiteY13" fmla="*/ 142049 h 720001"/>
              <a:gd name="connsiteX14" fmla="*/ 561355 w 778320"/>
              <a:gd name="connsiteY14" fmla="*/ 142049 h 720001"/>
              <a:gd name="connsiteX15" fmla="*/ 561355 w 778320"/>
              <a:gd name="connsiteY15" fmla="*/ 201026 h 720001"/>
              <a:gd name="connsiteX16" fmla="*/ 533226 w 778320"/>
              <a:gd name="connsiteY16" fmla="*/ 229249 h 720001"/>
              <a:gd name="connsiteX17" fmla="*/ 505097 w 778320"/>
              <a:gd name="connsiteY17" fmla="*/ 201120 h 720001"/>
              <a:gd name="connsiteX18" fmla="*/ 505097 w 778320"/>
              <a:gd name="connsiteY18" fmla="*/ 142049 h 720001"/>
              <a:gd name="connsiteX19" fmla="*/ 273129 w 778320"/>
              <a:gd name="connsiteY19" fmla="*/ 142049 h 720001"/>
              <a:gd name="connsiteX20" fmla="*/ 273129 w 778320"/>
              <a:gd name="connsiteY20" fmla="*/ 201026 h 720001"/>
              <a:gd name="connsiteX21" fmla="*/ 245001 w 778320"/>
              <a:gd name="connsiteY21" fmla="*/ 229249 h 720001"/>
              <a:gd name="connsiteX22" fmla="*/ 216872 w 778320"/>
              <a:gd name="connsiteY22" fmla="*/ 201120 h 720001"/>
              <a:gd name="connsiteX23" fmla="*/ 216872 w 778320"/>
              <a:gd name="connsiteY23" fmla="*/ 142049 h 720001"/>
              <a:gd name="connsiteX24" fmla="*/ 245001 w 778320"/>
              <a:gd name="connsiteY24" fmla="*/ 0 h 720001"/>
              <a:gd name="connsiteX25" fmla="*/ 273129 w 778320"/>
              <a:gd name="connsiteY25" fmla="*/ 28129 h 720001"/>
              <a:gd name="connsiteX26" fmla="*/ 273129 w 778320"/>
              <a:gd name="connsiteY26" fmla="*/ 85792 h 720001"/>
              <a:gd name="connsiteX27" fmla="*/ 505097 w 778320"/>
              <a:gd name="connsiteY27" fmla="*/ 85792 h 720001"/>
              <a:gd name="connsiteX28" fmla="*/ 505097 w 778320"/>
              <a:gd name="connsiteY28" fmla="*/ 28129 h 720001"/>
              <a:gd name="connsiteX29" fmla="*/ 533226 w 778320"/>
              <a:gd name="connsiteY29" fmla="*/ 0 h 720001"/>
              <a:gd name="connsiteX30" fmla="*/ 561355 w 778320"/>
              <a:gd name="connsiteY30" fmla="*/ 28129 h 720001"/>
              <a:gd name="connsiteX31" fmla="*/ 561355 w 778320"/>
              <a:gd name="connsiteY31" fmla="*/ 85792 h 720001"/>
              <a:gd name="connsiteX32" fmla="*/ 685683 w 778320"/>
              <a:gd name="connsiteY32" fmla="*/ 85792 h 720001"/>
              <a:gd name="connsiteX33" fmla="*/ 778320 w 778320"/>
              <a:gd name="connsiteY33" fmla="*/ 178336 h 720001"/>
              <a:gd name="connsiteX34" fmla="*/ 778320 w 778320"/>
              <a:gd name="connsiteY34" fmla="*/ 627457 h 720001"/>
              <a:gd name="connsiteX35" fmla="*/ 685777 w 778320"/>
              <a:gd name="connsiteY35" fmla="*/ 720001 h 720001"/>
              <a:gd name="connsiteX36" fmla="*/ 92544 w 778320"/>
              <a:gd name="connsiteY36" fmla="*/ 720001 h 720001"/>
              <a:gd name="connsiteX37" fmla="*/ 0 w 778320"/>
              <a:gd name="connsiteY37" fmla="*/ 627457 h 720001"/>
              <a:gd name="connsiteX38" fmla="*/ 0 w 778320"/>
              <a:gd name="connsiteY38" fmla="*/ 333700 h 720001"/>
              <a:gd name="connsiteX39" fmla="*/ 0 w 778320"/>
              <a:gd name="connsiteY39" fmla="*/ 277443 h 720001"/>
              <a:gd name="connsiteX40" fmla="*/ 0 w 778320"/>
              <a:gd name="connsiteY40" fmla="*/ 178336 h 720001"/>
              <a:gd name="connsiteX41" fmla="*/ 92544 w 778320"/>
              <a:gd name="connsiteY41" fmla="*/ 85792 h 720001"/>
              <a:gd name="connsiteX42" fmla="*/ 216872 w 778320"/>
              <a:gd name="connsiteY42" fmla="*/ 85792 h 720001"/>
              <a:gd name="connsiteX43" fmla="*/ 216872 w 778320"/>
              <a:gd name="connsiteY43" fmla="*/ 28129 h 720001"/>
              <a:gd name="connsiteX44" fmla="*/ 245001 w 778320"/>
              <a:gd name="connsiteY44" fmla="*/ 0 h 720001"/>
            </a:gdLst>
            <a:rect l="l" t="t" r="r" b="b"/>
            <a:pathLst>
              <a:path w="778320" h="720001">
                <a:moveTo>
                  <a:pt x="56258" y="333700"/>
                </a:moveTo>
                <a:lnTo>
                  <a:pt x="56258" y="627457"/>
                </a:lnTo>
                <a:cubicBezTo>
                  <a:pt x="56258" y="637115"/>
                  <a:pt x="60008" y="646116"/>
                  <a:pt x="66946" y="653054"/>
                </a:cubicBezTo>
                <a:cubicBezTo>
                  <a:pt x="73885" y="659899"/>
                  <a:pt x="82980" y="663743"/>
                  <a:pt x="92544" y="663743"/>
                </a:cubicBezTo>
                <a:lnTo>
                  <a:pt x="685683" y="663743"/>
                </a:lnTo>
                <a:cubicBezTo>
                  <a:pt x="695341" y="663743"/>
                  <a:pt x="704342" y="659993"/>
                  <a:pt x="711281" y="653054"/>
                </a:cubicBezTo>
                <a:cubicBezTo>
                  <a:pt x="718125" y="646116"/>
                  <a:pt x="721969" y="637021"/>
                  <a:pt x="721969" y="627457"/>
                </a:cubicBezTo>
                <a:lnTo>
                  <a:pt x="721969" y="333700"/>
                </a:lnTo>
                <a:close/>
                <a:moveTo>
                  <a:pt x="92544" y="142049"/>
                </a:moveTo>
                <a:cubicBezTo>
                  <a:pt x="72478" y="142049"/>
                  <a:pt x="56258" y="158364"/>
                  <a:pt x="56258" y="178336"/>
                </a:cubicBezTo>
                <a:lnTo>
                  <a:pt x="56258" y="277443"/>
                </a:lnTo>
                <a:lnTo>
                  <a:pt x="721969" y="277443"/>
                </a:lnTo>
                <a:lnTo>
                  <a:pt x="721969" y="178336"/>
                </a:lnTo>
                <a:cubicBezTo>
                  <a:pt x="721969" y="158270"/>
                  <a:pt x="705655" y="142049"/>
                  <a:pt x="685683" y="142049"/>
                </a:cubicBezTo>
                <a:lnTo>
                  <a:pt x="561355" y="142049"/>
                </a:lnTo>
                <a:lnTo>
                  <a:pt x="561355" y="201026"/>
                </a:lnTo>
                <a:cubicBezTo>
                  <a:pt x="561355" y="216591"/>
                  <a:pt x="548790" y="229249"/>
                  <a:pt x="533226" y="229249"/>
                </a:cubicBezTo>
                <a:cubicBezTo>
                  <a:pt x="517661" y="229249"/>
                  <a:pt x="505097" y="216685"/>
                  <a:pt x="505097" y="201120"/>
                </a:cubicBezTo>
                <a:lnTo>
                  <a:pt x="505097" y="142049"/>
                </a:lnTo>
                <a:lnTo>
                  <a:pt x="273129" y="142049"/>
                </a:lnTo>
                <a:lnTo>
                  <a:pt x="273129" y="201026"/>
                </a:lnTo>
                <a:cubicBezTo>
                  <a:pt x="273129" y="216591"/>
                  <a:pt x="260565" y="229249"/>
                  <a:pt x="245001" y="229249"/>
                </a:cubicBezTo>
                <a:cubicBezTo>
                  <a:pt x="229436" y="229249"/>
                  <a:pt x="216872" y="216685"/>
                  <a:pt x="216872" y="201120"/>
                </a:cubicBezTo>
                <a:lnTo>
                  <a:pt x="216872" y="142049"/>
                </a:lnTo>
                <a:close/>
                <a:moveTo>
                  <a:pt x="245001" y="0"/>
                </a:moveTo>
                <a:cubicBezTo>
                  <a:pt x="260565" y="0"/>
                  <a:pt x="273129" y="12564"/>
                  <a:pt x="273129" y="28129"/>
                </a:cubicBezTo>
                <a:lnTo>
                  <a:pt x="273129" y="85792"/>
                </a:lnTo>
                <a:lnTo>
                  <a:pt x="505097" y="85792"/>
                </a:lnTo>
                <a:lnTo>
                  <a:pt x="505097" y="28129"/>
                </a:lnTo>
                <a:cubicBezTo>
                  <a:pt x="505097" y="12564"/>
                  <a:pt x="517661" y="0"/>
                  <a:pt x="533226" y="0"/>
                </a:cubicBezTo>
                <a:cubicBezTo>
                  <a:pt x="548790" y="0"/>
                  <a:pt x="561355" y="12564"/>
                  <a:pt x="561355" y="28129"/>
                </a:cubicBezTo>
                <a:lnTo>
                  <a:pt x="561355" y="85792"/>
                </a:lnTo>
                <a:lnTo>
                  <a:pt x="685683" y="85792"/>
                </a:lnTo>
                <a:cubicBezTo>
                  <a:pt x="736784" y="85792"/>
                  <a:pt x="778227" y="127235"/>
                  <a:pt x="778320" y="178336"/>
                </a:cubicBezTo>
                <a:lnTo>
                  <a:pt x="778320" y="627457"/>
                </a:lnTo>
                <a:cubicBezTo>
                  <a:pt x="778320" y="678370"/>
                  <a:pt x="736690" y="720001"/>
                  <a:pt x="685777" y="720001"/>
                </a:cubicBezTo>
                <a:lnTo>
                  <a:pt x="92544" y="720001"/>
                </a:lnTo>
                <a:cubicBezTo>
                  <a:pt x="41631" y="720001"/>
                  <a:pt x="0" y="678370"/>
                  <a:pt x="0" y="627457"/>
                </a:cubicBezTo>
                <a:lnTo>
                  <a:pt x="0" y="333700"/>
                </a:lnTo>
                <a:lnTo>
                  <a:pt x="0" y="277443"/>
                </a:lnTo>
                <a:lnTo>
                  <a:pt x="0" y="178336"/>
                </a:lnTo>
                <a:cubicBezTo>
                  <a:pt x="0" y="127235"/>
                  <a:pt x="41443" y="85792"/>
                  <a:pt x="92544" y="85792"/>
                </a:cubicBezTo>
                <a:lnTo>
                  <a:pt x="216872" y="85792"/>
                </a:lnTo>
                <a:lnTo>
                  <a:pt x="216872" y="28129"/>
                </a:lnTo>
                <a:cubicBezTo>
                  <a:pt x="216872" y="12564"/>
                  <a:pt x="229436" y="0"/>
                  <a:pt x="245001" y="0"/>
                </a:cubicBezTo>
                <a:close/>
              </a:path>
            </a:pathLst>
          </a:custGeom>
          <a:solidFill>
            <a:schemeClr val="tx1">
              <a:lumMod val="75000"/>
              <a:lumOff val="25000"/>
            </a:schemeClr>
          </a:solidFill>
          <a:ln w="12700" cap="flat">
            <a:noFill/>
            <a:miter/>
          </a:ln>
          <a:effectLst/>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1258856" y="4212080"/>
            <a:ext cx="582232" cy="582232"/>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tx1">
              <a:lumMod val="75000"/>
              <a:lumOff val="25000"/>
            </a:schemeClr>
          </a:solidFill>
          <a:ln w="12700" cap="flat">
            <a:noFill/>
            <a:miter/>
          </a:ln>
          <a:effectLst/>
        </p:spPr>
        <p:txBody>
          <a:bodyPr vert="horz" wrap="square" lIns="91440" tIns="45720" rIns="91440" bIns="45720" rtlCol="0" anchor="ctr"/>
          <a:lstStyle/>
          <a:p>
            <a:pPr algn="ctr"/>
            <a:endParaRPr kumimoji="1" lang="zh-CN" altLang="en-US"/>
          </a:p>
        </p:txBody>
      </p:sp>
      <p:sp>
        <p:nvSpPr>
          <p:cNvPr id="13"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AIを正しく利用するための心構え</a:t>
            </a:r>
            <a:endParaRPr kumimoji="1" lang="zh-CN" altLang="en-US"/>
          </a:p>
        </p:txBody>
      </p:sp>
      <p:grpSp>
        <p:nvGrpSpPr>
          <p:cNvPr id="14" name=""/>
          <p:cNvGrpSpPr/>
          <p:nvPr/>
        </p:nvGrpSpPr>
        <p:grpSpPr>
          <a:xfrm>
            <a:off x="504217" y="534464"/>
            <a:ext cx="312365" cy="312365"/>
            <a:chOff x="504217" y="534464"/>
            <a:chExt cx="312365" cy="312365"/>
          </a:xfrm>
        </p:grpSpPr>
        <p:sp>
          <p:nvSpPr>
            <p:cNvPr id="15"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
          <p:cNvPicPr>
            <a:picLocks noChangeAspect="1"/>
          </p:cNvPicPr>
          <p:nvPr/>
        </p:nvPicPr>
        <p:blipFill>
          <a:blip r:embed="rId2">
            <a:alphaModFix amt="100000"/>
          </a:blip>
          <a:srcRect l="8857" t="0" r="8857" b="0"/>
          <a:stretch>
            <a:fillRect/>
          </a:stretch>
        </p:blipFill>
        <p:spPr>
          <a:xfrm rot="0" flipH="0" flipV="0">
            <a:off x="216169" y="1079169"/>
            <a:ext cx="5477186" cy="5013863"/>
          </a:xfrm>
          <a:prstGeom prst="rect">
            <a:avLst/>
          </a:prstGeom>
          <a:noFill/>
          <a:ln>
            <a:noFill/>
          </a:ln>
        </p:spPr>
      </p:pic>
      <p:sp>
        <p:nvSpPr>
          <p:cNvPr id="3" name="标题 1"/>
          <p:cNvSpPr txBox="1"/>
          <p:nvPr/>
        </p:nvSpPr>
        <p:spPr>
          <a:xfrm rot="0" flipH="0" flipV="0">
            <a:off x="9028390" y="1004966"/>
            <a:ext cx="1939980" cy="29013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sp>
        <p:nvSpPr>
          <p:cNvPr id="4"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5" name="标题 1"/>
          <p:cNvSpPr txBox="1"/>
          <p:nvPr/>
        </p:nvSpPr>
        <p:spPr>
          <a:xfrm rot="0" flipH="0" flipV="0">
            <a:off x="5837550" y="2535324"/>
            <a:ext cx="5715665" cy="3117258"/>
          </a:xfrm>
          <a:prstGeom prst="rect">
            <a:avLst/>
          </a:prstGeom>
          <a:noFill/>
          <a:ln>
            <a:noFill/>
          </a:ln>
        </p:spPr>
        <p:txBody>
          <a:bodyPr vert="horz" wrap="square" lIns="91440" tIns="45720" rIns="91440" bIns="45720" rtlCol="0" anchor="t"/>
          <a:lstStyle/>
          <a:p>
            <a:pPr algn="l"/>
            <a:r>
              <a:rPr kumimoji="1" lang="en-US" altLang="zh-CN" sz="3600">
                <a:ln w="12700">
                  <a:noFill/>
                </a:ln>
                <a:solidFill>
                  <a:srgbClr val="000000">
                    <a:alpha val="100000"/>
                  </a:srgbClr>
                </a:solidFill>
                <a:latin typeface="SourceHanSerifJP-Bold"/>
                <a:ea typeface="SourceHanSerifJP-Bold"/>
                <a:cs typeface="SourceHanSerifJP-Bold"/>
              </a:rPr>
              <a:t>AIと偽情報の心理学</a:t>
            </a:r>
            <a:endParaRPr kumimoji="1" lang="zh-CN" altLang="en-US"/>
          </a:p>
        </p:txBody>
      </p:sp>
      <p:grpSp>
        <p:nvGrpSpPr>
          <p:cNvPr id="6" name=""/>
          <p:cNvGrpSpPr/>
          <p:nvPr/>
        </p:nvGrpSpPr>
        <p:grpSpPr>
          <a:xfrm>
            <a:off x="5959756" y="5701783"/>
            <a:ext cx="742978" cy="174176"/>
            <a:chOff x="5959756" y="5701783"/>
            <a:chExt cx="742978" cy="174176"/>
          </a:xfrm>
        </p:grpSpPr>
        <p:sp>
          <p:nvSpPr>
            <p:cNvPr id="7" name="标题 1"/>
            <p:cNvSpPr txBox="1"/>
            <p:nvPr/>
          </p:nvSpPr>
          <p:spPr>
            <a:xfrm rot="0" flipH="0" flipV="0">
              <a:off x="6528558" y="5701783"/>
              <a:ext cx="174176" cy="174176"/>
            </a:xfrm>
            <a:prstGeom prst="ellipse">
              <a:avLst/>
            </a:prstGeom>
            <a:solidFill>
              <a:schemeClr val="accent3">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0" flipH="0" flipV="0">
              <a:off x="6244157" y="5701783"/>
              <a:ext cx="174176" cy="174176"/>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9" name="标题 1"/>
            <p:cNvSpPr txBox="1"/>
            <p:nvPr/>
          </p:nvSpPr>
          <p:spPr>
            <a:xfrm rot="0" flipH="0" flipV="0">
              <a:off x="5959756" y="5701783"/>
              <a:ext cx="174176" cy="174176"/>
            </a:xfrm>
            <a:prstGeom prst="ellipse">
              <a:avLst/>
            </a:prstGeom>
            <a:solidFill>
              <a:schemeClr val="accent3">
                <a:lumMod val="40000"/>
                <a:lumOff val="6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0" name=""/>
          <p:cNvGrpSpPr/>
          <p:nvPr/>
        </p:nvGrpSpPr>
        <p:grpSpPr>
          <a:xfrm>
            <a:off x="-2" y="0"/>
            <a:ext cx="4111304" cy="1828800"/>
            <a:chOff x="-2" y="0"/>
            <a:chExt cx="4111304" cy="1828800"/>
          </a:xfrm>
        </p:grpSpPr>
        <p:sp>
          <p:nvSpPr>
            <p:cNvPr id="11" name="标题 1"/>
            <p:cNvSpPr txBox="1"/>
            <p:nvPr/>
          </p:nvSpPr>
          <p:spPr>
            <a:xfrm rot="0" flipH="0" flipV="0">
              <a:off x="1205201" y="1"/>
              <a:ext cx="2906101" cy="758404"/>
            </a:xfrm>
            <a:custGeom>
              <a:avLst/>
              <a:gdLst>
                <a:gd name="connsiteX0" fmla="*/ 0 w 2640295"/>
                <a:gd name="connsiteY0" fmla="*/ 0 h 689037"/>
                <a:gd name="connsiteX1" fmla="*/ 2640295 w 2640295"/>
                <a:gd name="connsiteY1" fmla="*/ 0 h 689037"/>
                <a:gd name="connsiteX2" fmla="*/ 2448757 w 2640295"/>
                <a:gd name="connsiteY2" fmla="*/ 83534 h 689037"/>
                <a:gd name="connsiteX3" fmla="*/ 2214457 w 2640295"/>
                <a:gd name="connsiteY3" fmla="*/ 166849 h 689037"/>
                <a:gd name="connsiteX4" fmla="*/ 1150809 w 2640295"/>
                <a:gd name="connsiteY4" fmla="*/ 673723 h 689037"/>
                <a:gd name="connsiteX5" fmla="*/ 6599 w 2640295"/>
                <a:gd name="connsiteY5" fmla="*/ 6801 h 689037"/>
              </a:gdLst>
              <a:rect l="l" t="t" r="r" b="b"/>
              <a:pathLst>
                <a:path w="2640295" h="689037">
                  <a:moveTo>
                    <a:pt x="0" y="0"/>
                  </a:moveTo>
                  <a:lnTo>
                    <a:pt x="2640295" y="0"/>
                  </a:lnTo>
                  <a:lnTo>
                    <a:pt x="2448757" y="83534"/>
                  </a:lnTo>
                  <a:cubicBezTo>
                    <a:pt x="2373047" y="113084"/>
                    <a:pt x="2294367" y="140785"/>
                    <a:pt x="2214457" y="166849"/>
                  </a:cubicBezTo>
                  <a:cubicBezTo>
                    <a:pt x="1575177" y="375365"/>
                    <a:pt x="1763318" y="771725"/>
                    <a:pt x="1150809" y="673723"/>
                  </a:cubicBezTo>
                  <a:cubicBezTo>
                    <a:pt x="806273" y="618597"/>
                    <a:pt x="342915" y="333858"/>
                    <a:pt x="6599" y="6801"/>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2" y="0"/>
              <a:ext cx="2086385" cy="1726662"/>
            </a:xfrm>
            <a:custGeom>
              <a:avLst/>
              <a:gdLst>
                <a:gd name="connsiteX0" fmla="*/ 0 w 1647334"/>
                <a:gd name="connsiteY0" fmla="*/ 0 h 1568733"/>
                <a:gd name="connsiteX1" fmla="*/ 1611747 w 1647334"/>
                <a:gd name="connsiteY1" fmla="*/ 0 h 1568733"/>
                <a:gd name="connsiteX2" fmla="*/ 1629530 w 1647334"/>
                <a:gd name="connsiteY2" fmla="*/ 42912 h 1568733"/>
                <a:gd name="connsiteX3" fmla="*/ 792698 w 1647334"/>
                <a:gd name="connsiteY3" fmla="*/ 894314 h 1568733"/>
                <a:gd name="connsiteX4" fmla="*/ 313 w 1647334"/>
                <a:gd name="connsiteY4" fmla="*/ 1568105 h 1568733"/>
                <a:gd name="connsiteX5" fmla="*/ 0 w 1647334"/>
                <a:gd name="connsiteY5" fmla="*/ 1568061 h 1568733"/>
              </a:gdLst>
              <a:rect l="l" t="t" r="r" b="b"/>
              <a:pathLst>
                <a:path w="1647334" h="1568733">
                  <a:moveTo>
                    <a:pt x="0" y="0"/>
                  </a:moveTo>
                  <a:lnTo>
                    <a:pt x="1611747" y="0"/>
                  </a:lnTo>
                  <a:lnTo>
                    <a:pt x="1629530" y="42912"/>
                  </a:lnTo>
                  <a:cubicBezTo>
                    <a:pt x="1753119" y="445915"/>
                    <a:pt x="1207401" y="659634"/>
                    <a:pt x="792698" y="894314"/>
                  </a:cubicBezTo>
                  <a:cubicBezTo>
                    <a:pt x="377995" y="1128994"/>
                    <a:pt x="370274" y="1588035"/>
                    <a:pt x="313" y="1568105"/>
                  </a:cubicBezTo>
                  <a:lnTo>
                    <a:pt x="0" y="1568061"/>
                  </a:ln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3" name="标题 1"/>
            <p:cNvSpPr txBox="1"/>
            <p:nvPr/>
          </p:nvSpPr>
          <p:spPr>
            <a:xfrm rot="0" flipH="0" flipV="0">
              <a:off x="-1" y="0"/>
              <a:ext cx="2209801" cy="1828800"/>
            </a:xfrm>
            <a:custGeom>
              <a:avLst/>
              <a:gdLst>
                <a:gd name="connsiteX0" fmla="*/ 0 w 1744779"/>
                <a:gd name="connsiteY0" fmla="*/ 0 h 1661529"/>
                <a:gd name="connsiteX1" fmla="*/ 1688912 w 1744779"/>
                <a:gd name="connsiteY1" fmla="*/ 0 h 1661529"/>
                <a:gd name="connsiteX2" fmla="*/ 1726449 w 1744779"/>
                <a:gd name="connsiteY2" fmla="*/ 90579 h 1661529"/>
                <a:gd name="connsiteX3" fmla="*/ 864866 w 1744779"/>
                <a:gd name="connsiteY3" fmla="*/ 967163 h 1661529"/>
                <a:gd name="connsiteX4" fmla="*/ 49045 w 1744779"/>
                <a:gd name="connsiteY4" fmla="*/ 1660882 h 1661529"/>
                <a:gd name="connsiteX5" fmla="*/ 0 w 1744779"/>
                <a:gd name="connsiteY5" fmla="*/ 1654048 h 1661529"/>
              </a:gdLst>
              <a:rect l="l" t="t" r="r" b="b"/>
              <a:pathLst>
                <a:path w="1744779" h="1661529">
                  <a:moveTo>
                    <a:pt x="0" y="0"/>
                  </a:moveTo>
                  <a:lnTo>
                    <a:pt x="1688912" y="0"/>
                  </a:lnTo>
                  <a:lnTo>
                    <a:pt x="1726449" y="90579"/>
                  </a:lnTo>
                  <a:cubicBezTo>
                    <a:pt x="1853693" y="505502"/>
                    <a:pt x="1291834" y="725542"/>
                    <a:pt x="864866" y="967163"/>
                  </a:cubicBezTo>
                  <a:cubicBezTo>
                    <a:pt x="437898" y="1208784"/>
                    <a:pt x="429948" y="1681402"/>
                    <a:pt x="49045" y="1660882"/>
                  </a:cubicBezTo>
                  <a:lnTo>
                    <a:pt x="0" y="1654048"/>
                  </a:lnTo>
                  <a:close/>
                </a:path>
              </a:pathLst>
            </a:custGeom>
            <a:noFill/>
            <a:ln w="12700" cap="sq">
              <a:solidFill>
                <a:schemeClr val="accent2"/>
              </a:solidFill>
              <a:miter/>
            </a:ln>
          </p:spPr>
          <p:txBody>
            <a:bodyPr vert="horz" wrap="square" lIns="91440" tIns="45720" rIns="91440" bIns="45720" rtlCol="0" anchor="ctr"/>
            <a:lstStyle/>
            <a:p>
              <a:pPr algn="ctr"/>
              <a:endParaRPr kumimoji="1" lang="zh-CN" altLang="en-US"/>
            </a:p>
          </p:txBody>
        </p:sp>
      </p:grpSp>
      <p:grpSp>
        <p:nvGrpSpPr>
          <p:cNvPr id="14" name=""/>
          <p:cNvGrpSpPr/>
          <p:nvPr/>
        </p:nvGrpSpPr>
        <p:grpSpPr>
          <a:xfrm>
            <a:off x="9744740" y="0"/>
            <a:ext cx="2447262" cy="1828800"/>
            <a:chOff x="9744740" y="0"/>
            <a:chExt cx="2447262" cy="1828800"/>
          </a:xfrm>
        </p:grpSpPr>
        <p:sp>
          <p:nvSpPr>
            <p:cNvPr id="15" name="标题 1"/>
            <p:cNvSpPr txBox="1"/>
            <p:nvPr/>
          </p:nvSpPr>
          <p:spPr>
            <a:xfrm rot="0" flipH="0" flipV="0">
              <a:off x="9902575" y="0"/>
              <a:ext cx="2289427" cy="1663087"/>
            </a:xfrm>
            <a:custGeom>
              <a:avLst/>
              <a:gdLst>
                <a:gd name="connsiteX0" fmla="*/ 0 w 1877463"/>
                <a:gd name="connsiteY0" fmla="*/ 0 h 1363828"/>
                <a:gd name="connsiteX1" fmla="*/ 1877463 w 1877463"/>
                <a:gd name="connsiteY1" fmla="*/ 0 h 1363828"/>
                <a:gd name="connsiteX2" fmla="*/ 1877463 w 1877463"/>
                <a:gd name="connsiteY2" fmla="*/ 1363828 h 1363828"/>
                <a:gd name="connsiteX3" fmla="*/ 1861534 w 1877463"/>
                <a:gd name="connsiteY3" fmla="*/ 1355960 h 1363828"/>
                <a:gd name="connsiteX4" fmla="*/ 1389783 w 1877463"/>
                <a:gd name="connsiteY4" fmla="*/ 609600 h 1363828"/>
                <a:gd name="connsiteX5" fmla="*/ 19915 w 1877463"/>
                <a:gd name="connsiteY5" fmla="*/ 50568 h 1363828"/>
              </a:gdLst>
              <a:rect l="l" t="t" r="r" b="b"/>
              <a:pathLst>
                <a:path w="1877463" h="1363828">
                  <a:moveTo>
                    <a:pt x="0" y="0"/>
                  </a:moveTo>
                  <a:lnTo>
                    <a:pt x="1877463" y="0"/>
                  </a:lnTo>
                  <a:lnTo>
                    <a:pt x="1877463" y="1363828"/>
                  </a:lnTo>
                  <a:lnTo>
                    <a:pt x="1861534" y="1355960"/>
                  </a:lnTo>
                  <a:cubicBezTo>
                    <a:pt x="1696193" y="1245286"/>
                    <a:pt x="1675581" y="817610"/>
                    <a:pt x="1389783" y="609600"/>
                  </a:cubicBezTo>
                  <a:cubicBezTo>
                    <a:pt x="1083571" y="386732"/>
                    <a:pt x="248165" y="486146"/>
                    <a:pt x="19915" y="50568"/>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6" name="标题 1"/>
            <p:cNvSpPr txBox="1"/>
            <p:nvPr/>
          </p:nvSpPr>
          <p:spPr>
            <a:xfrm rot="0" flipH="0" flipV="0">
              <a:off x="9744740" y="0"/>
              <a:ext cx="2447261" cy="1828800"/>
            </a:xfrm>
            <a:custGeom>
              <a:avLst/>
              <a:gdLst>
                <a:gd name="connsiteX0" fmla="*/ 0 w 2006896"/>
                <a:gd name="connsiteY0" fmla="*/ 0 h 1499722"/>
                <a:gd name="connsiteX1" fmla="*/ 2006896 w 2006896"/>
                <a:gd name="connsiteY1" fmla="*/ 0 h 1499722"/>
                <a:gd name="connsiteX2" fmla="*/ 2006896 w 2006896"/>
                <a:gd name="connsiteY2" fmla="*/ 1499722 h 1499722"/>
                <a:gd name="connsiteX3" fmla="*/ 1962972 w 2006896"/>
                <a:gd name="connsiteY3" fmla="*/ 1491786 h 1499722"/>
                <a:gd name="connsiteX4" fmla="*/ 1442030 w 2006896"/>
                <a:gd name="connsiteY4" fmla="*/ 709649 h 1499722"/>
                <a:gd name="connsiteX5" fmla="*/ 3476 w 2006896"/>
                <a:gd name="connsiteY5" fmla="*/ 41498 h 1499722"/>
              </a:gdLst>
              <a:rect l="l" t="t" r="r" b="b"/>
              <a:pathLst>
                <a:path w="2006896" h="1499722">
                  <a:moveTo>
                    <a:pt x="0" y="0"/>
                  </a:moveTo>
                  <a:lnTo>
                    <a:pt x="2006896" y="0"/>
                  </a:lnTo>
                  <a:lnTo>
                    <a:pt x="2006896" y="1499722"/>
                  </a:lnTo>
                  <a:lnTo>
                    <a:pt x="1962972" y="1491786"/>
                  </a:lnTo>
                  <a:cubicBezTo>
                    <a:pt x="1756919" y="1423160"/>
                    <a:pt x="1755089" y="937501"/>
                    <a:pt x="1442030" y="709649"/>
                  </a:cubicBezTo>
                  <a:cubicBezTo>
                    <a:pt x="1108099" y="466606"/>
                    <a:pt x="158598" y="598449"/>
                    <a:pt x="3476" y="41498"/>
                  </a:cubicBezTo>
                  <a:close/>
                </a:path>
              </a:pathLst>
            </a:custGeom>
            <a:noFill/>
            <a:ln w="12700" cap="sq">
              <a:solidFill>
                <a:schemeClr val="accent3"/>
              </a:solidFill>
              <a:miter/>
            </a:ln>
          </p:spPr>
          <p:txBody>
            <a:bodyPr vert="horz" wrap="square" lIns="91440" tIns="45720" rIns="91440" bIns="45720" rtlCol="0" anchor="ctr"/>
            <a:lstStyle/>
            <a:p>
              <a:pPr algn="ctr"/>
              <a:endParaRPr kumimoji="1" lang="zh-CN" altLang="en-US"/>
            </a:p>
          </p:txBody>
        </p:sp>
      </p:grpSp>
      <p:sp>
        <p:nvSpPr>
          <p:cNvPr id="17" name="标题 1"/>
          <p:cNvSpPr txBox="1"/>
          <p:nvPr/>
        </p:nvSpPr>
        <p:spPr>
          <a:xfrm rot="0" flipH="0" flipV="0">
            <a:off x="5813734" y="96324"/>
            <a:ext cx="1839054" cy="2538750"/>
          </a:xfrm>
          <a:prstGeom prst="rect">
            <a:avLst/>
          </a:prstGeom>
          <a:noFill/>
          <a:ln>
            <a:noFill/>
          </a:ln>
        </p:spPr>
        <p:txBody>
          <a:bodyPr vert="horz" wrap="square" lIns="91440" tIns="45720" rIns="91440" bIns="45720" rtlCol="0" anchor="b"/>
          <a:lstStyle/>
          <a:p>
            <a:pPr algn="l"/>
            <a:r>
              <a:rPr kumimoji="1" lang="en-US" altLang="zh-CN" sz="8800">
                <a:ln w="12700">
                  <a:noFill/>
                </a:ln>
                <a:solidFill>
                  <a:srgbClr val="EC8686">
                    <a:alpha val="100000"/>
                  </a:srgbClr>
                </a:solidFill>
                <a:latin typeface="Barlow Condensed Medium"/>
                <a:ea typeface="Barlow Condensed Medium"/>
                <a:cs typeface="Barlow Condensed Medium"/>
              </a:rPr>
              <a:t>02</a:t>
            </a:r>
            <a:endParaRPr kumimoji="1" lang="zh-CN" altLang="en-US"/>
          </a:p>
        </p:txBody>
      </p:sp>
      <p:grpSp>
        <p:nvGrpSpPr>
          <p:cNvPr id="18" name=""/>
          <p:cNvGrpSpPr/>
          <p:nvPr/>
        </p:nvGrpSpPr>
        <p:grpSpPr>
          <a:xfrm>
            <a:off x="7413473" y="2098531"/>
            <a:ext cx="725156" cy="246524"/>
            <a:chOff x="7413473" y="2098531"/>
            <a:chExt cx="725156" cy="246524"/>
          </a:xfrm>
        </p:grpSpPr>
        <p:sp>
          <p:nvSpPr>
            <p:cNvPr id="19" name="标题 1"/>
            <p:cNvSpPr txBox="1"/>
            <p:nvPr/>
          </p:nvSpPr>
          <p:spPr>
            <a:xfrm rot="0" flipH="0" flipV="0">
              <a:off x="7413473"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20" name="标题 1"/>
            <p:cNvSpPr txBox="1"/>
            <p:nvPr/>
          </p:nvSpPr>
          <p:spPr>
            <a:xfrm rot="0" flipH="0" flipV="0">
              <a:off x="7652789"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sp>
          <p:nvSpPr>
            <p:cNvPr id="21" name="标题 1"/>
            <p:cNvSpPr txBox="1"/>
            <p:nvPr/>
          </p:nvSpPr>
          <p:spPr>
            <a:xfrm rot="0" flipH="0" flipV="0">
              <a:off x="7892105" y="2098531"/>
              <a:ext cx="246524" cy="246524"/>
            </a:xfrm>
            <a:prstGeom prst="chevron">
              <a:avLst/>
            </a:prstGeom>
            <a:noFill/>
            <a:ln w="12700" cap="sq">
              <a:solidFill>
                <a:schemeClr val="accent2"/>
              </a:solidFill>
              <a:miter/>
            </a:ln>
          </p:spPr>
          <p:txBody>
            <a:bodyPr vert="horz" wrap="square" lIns="91440" tIns="45720" rIns="91440" bIns="45720" rtlCol="0" anchor="ctr"/>
            <a:lstStyle/>
            <a:p>
              <a:pPr algn="ctr"/>
              <a:endParaRPr kumimoji="1" lang="zh-CN" altLang="en-US"/>
            </a:p>
          </p:txBody>
        </p:sp>
      </p:grpSp>
    </p:spTree>
  </p:cSld>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1431767" y="1865451"/>
            <a:ext cx="2296012" cy="1645920"/>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4" name="标题 1"/>
          <p:cNvSpPr txBox="1"/>
          <p:nvPr/>
        </p:nvSpPr>
        <p:spPr>
          <a:xfrm rot="0" flipH="0" flipV="0">
            <a:off x="2388393" y="2249775"/>
            <a:ext cx="8359139" cy="1101576"/>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5" name="标题 1"/>
          <p:cNvSpPr txBox="1"/>
          <p:nvPr/>
        </p:nvSpPr>
        <p:spPr>
          <a:xfrm rot="0" flipH="0" flipV="0">
            <a:off x="1598628" y="1865451"/>
            <a:ext cx="2296012" cy="164592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rot="0" flipH="0" flipV="0">
            <a:off x="2078400" y="2130038"/>
            <a:ext cx="1336468" cy="1116746"/>
          </a:xfrm>
          <a:prstGeom prst="rect">
            <a:avLst/>
          </a:prstGeom>
          <a:noFill/>
          <a:ln>
            <a:noFill/>
          </a:ln>
        </p:spPr>
        <p:txBody>
          <a:bodyPr vert="horz" wrap="square" lIns="0" tIns="0" rIns="0" bIns="0" rtlCol="0" anchor="t"/>
          <a:lstStyle/>
          <a:p>
            <a:pPr algn="ctr"/>
            <a:r>
              <a:rPr kumimoji="1" lang="en-US" altLang="zh-CN" sz="4800">
                <a:ln w="12700">
                  <a:noFill/>
                </a:ln>
                <a:solidFill>
                  <a:srgbClr val="FFFFFF">
                    <a:alpha val="100000"/>
                  </a:srgbClr>
                </a:solidFill>
                <a:latin typeface="Source Han Sans"/>
                <a:ea typeface="Source Han Sans"/>
                <a:cs typeface="Source Han Sans"/>
              </a:rPr>
              <a:t>01</a:t>
            </a:r>
            <a:endParaRPr kumimoji="1" lang="zh-CN" altLang="en-US"/>
          </a:p>
        </p:txBody>
      </p:sp>
      <p:sp>
        <p:nvSpPr>
          <p:cNvPr id="7" name="标题 1"/>
          <p:cNvSpPr txBox="1"/>
          <p:nvPr/>
        </p:nvSpPr>
        <p:spPr>
          <a:xfrm rot="0" flipH="0" flipV="0">
            <a:off x="4061501" y="2355769"/>
            <a:ext cx="6469338" cy="894617"/>
          </a:xfrm>
          <a:prstGeom prst="rect">
            <a:avLst/>
          </a:prstGeom>
          <a:noFill/>
          <a:ln>
            <a:noFill/>
          </a:ln>
        </p:spPr>
        <p:txBody>
          <a:bodyPr vert="horz" wrap="square" lIns="0" tIns="0" rIns="0" bIns="0" rtlCol="0" anchor="t"/>
          <a:lstStyle/>
          <a:p>
            <a:pPr algn="l"/>
            <a:r>
              <a:rPr kumimoji="1" lang="en-US" altLang="zh-CN" sz="800">
                <a:ln w="12700">
                  <a:noFill/>
                </a:ln>
                <a:solidFill>
                  <a:srgbClr val="262626">
                    <a:alpha val="100000"/>
                  </a:srgbClr>
                </a:solidFill>
                <a:latin typeface="SourceHanSerifJP-Regular"/>
                <a:ea typeface="SourceHanSerifJP-Regular"/>
                <a:cs typeface="SourceHanSerifJP-Regular"/>
              </a:rPr>
              <a:t>確証バイアスとは、自分の考えや信念に合致する情報を受け入れやすく、逆にそれに反する情報を無視または否定する傾向のことです。人間の脳は効率を重視するため、複雑な情報処理を避け、単純化して情報を受け入れがちです。これが偽情報が広がる一因となってい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8" name="标题 1"/>
          <p:cNvSpPr txBox="1"/>
          <p:nvPr/>
        </p:nvSpPr>
        <p:spPr>
          <a:xfrm rot="0" flipH="0" flipV="0">
            <a:off x="4061500" y="1611719"/>
            <a:ext cx="6466800" cy="545802"/>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SourceHanSerifJP-Bold"/>
                <a:ea typeface="SourceHanSerifJP-Bold"/>
                <a:cs typeface="SourceHanSerifJP-Bold"/>
              </a:rPr>
              <a:t>確証バイアスと脳の効率化</a:t>
            </a:r>
            <a:endParaRPr kumimoji="1" lang="zh-CN" altLang="en-US"/>
          </a:p>
        </p:txBody>
      </p:sp>
      <p:sp>
        <p:nvSpPr>
          <p:cNvPr id="9" name="标题 1"/>
          <p:cNvSpPr txBox="1"/>
          <p:nvPr/>
        </p:nvSpPr>
        <p:spPr>
          <a:xfrm rot="0" flipH="0" flipV="0">
            <a:off x="1431767" y="4006761"/>
            <a:ext cx="2296012" cy="1645920"/>
          </a:xfrm>
          <a:prstGeom prst="roundRect">
            <a:avLst>
              <a:gd name="adj" fmla="val 50000"/>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0" name="标题 1"/>
          <p:cNvSpPr txBox="1"/>
          <p:nvPr/>
        </p:nvSpPr>
        <p:spPr>
          <a:xfrm rot="0" flipH="0" flipV="0">
            <a:off x="2388393" y="4391085"/>
            <a:ext cx="8359139" cy="1101576"/>
          </a:xfrm>
          <a:prstGeom prst="roundRect">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1598628" y="4006761"/>
            <a:ext cx="2296012" cy="1645920"/>
          </a:xfrm>
          <a:prstGeom prst="roundRect">
            <a:avLst>
              <a:gd name="adj" fmla="val 50000"/>
            </a:avLst>
          </a:prstGeom>
          <a:solidFill>
            <a:schemeClr val="accent1"/>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2078400" y="4271348"/>
            <a:ext cx="1336468" cy="1116746"/>
          </a:xfrm>
          <a:prstGeom prst="rect">
            <a:avLst/>
          </a:prstGeom>
          <a:noFill/>
          <a:ln>
            <a:noFill/>
          </a:ln>
        </p:spPr>
        <p:txBody>
          <a:bodyPr vert="horz" wrap="square" lIns="0" tIns="0" rIns="0" bIns="0" rtlCol="0" anchor="t"/>
          <a:lstStyle/>
          <a:p>
            <a:pPr algn="ctr"/>
            <a:r>
              <a:rPr kumimoji="1" lang="en-US" altLang="zh-CN" sz="4800">
                <a:ln w="12700">
                  <a:noFill/>
                </a:ln>
                <a:solidFill>
                  <a:srgbClr val="FFFFFF">
                    <a:alpha val="100000"/>
                  </a:srgbClr>
                </a:solidFill>
                <a:latin typeface="Source Han Sans"/>
                <a:ea typeface="Source Han Sans"/>
                <a:cs typeface="Source Han Sans"/>
              </a:rPr>
              <a:t>02</a:t>
            </a:r>
            <a:endParaRPr kumimoji="1" lang="zh-CN" altLang="en-US"/>
          </a:p>
        </p:txBody>
      </p:sp>
      <p:sp>
        <p:nvSpPr>
          <p:cNvPr id="13" name="标题 1"/>
          <p:cNvSpPr txBox="1"/>
          <p:nvPr/>
        </p:nvSpPr>
        <p:spPr>
          <a:xfrm rot="0" flipH="0" flipV="0">
            <a:off x="4061501" y="4497079"/>
            <a:ext cx="6469338" cy="894617"/>
          </a:xfrm>
          <a:prstGeom prst="rect">
            <a:avLst/>
          </a:prstGeom>
          <a:noFill/>
          <a:ln>
            <a:noFill/>
          </a:ln>
        </p:spPr>
        <p:txBody>
          <a:bodyPr vert="horz" wrap="square" lIns="0" tIns="0" rIns="0" bIns="0" rtlCol="0" anchor="t"/>
          <a:lstStyle/>
          <a:p>
            <a:pPr algn="l"/>
            <a:r>
              <a:rPr kumimoji="1" lang="en-US" altLang="zh-CN" sz="800">
                <a:ln w="12700">
                  <a:noFill/>
                </a:ln>
                <a:solidFill>
                  <a:srgbClr val="262626">
                    <a:alpha val="100000"/>
                  </a:srgbClr>
                </a:solidFill>
                <a:latin typeface="SourceHanSerifJP-Regular"/>
                <a:ea typeface="SourceHanSerifJP-Regular"/>
                <a:cs typeface="SourceHanSerifJP-Regular"/>
              </a:rPr>
              <a:t>社会的証明とは、人々が他者の行動を参考にして自分の行動を決定する現象のことです。多くの人が信じている情報や行動を正しいと判断しやすくなります。これが偽情報の拡散に拍車をかけます。また、群集心理によって、集団の中での意見や行動が同調圧力によって強化されることもあり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4" name="标题 1"/>
          <p:cNvSpPr txBox="1"/>
          <p:nvPr/>
        </p:nvSpPr>
        <p:spPr>
          <a:xfrm rot="0" flipH="0" flipV="0">
            <a:off x="4061500" y="3753029"/>
            <a:ext cx="6466800" cy="545802"/>
          </a:xfrm>
          <a:prstGeom prst="rect">
            <a:avLst/>
          </a:prstGeom>
          <a:noFill/>
          <a:ln>
            <a:noFill/>
          </a:ln>
        </p:spPr>
        <p:txBody>
          <a:bodyPr vert="horz" wrap="square" lIns="0" tIns="0" rIns="0" bIns="0" rtlCol="0" anchor="b"/>
          <a:lstStyle/>
          <a:p>
            <a:pPr algn="l"/>
            <a:r>
              <a:rPr kumimoji="1" lang="en-US" altLang="zh-CN" sz="1600">
                <a:ln w="12700">
                  <a:noFill/>
                </a:ln>
                <a:solidFill>
                  <a:srgbClr val="262626">
                    <a:alpha val="100000"/>
                  </a:srgbClr>
                </a:solidFill>
                <a:latin typeface="SourceHanSerifJP-Bold"/>
                <a:ea typeface="SourceHanSerifJP-Bold"/>
                <a:cs typeface="SourceHanSerifJP-Bold"/>
              </a:rPr>
              <a:t>社会的証明と群集心理</a:t>
            </a:r>
            <a:endParaRPr kumimoji="1" lang="zh-CN" altLang="en-US"/>
          </a:p>
        </p:txBody>
      </p:sp>
      <p:sp>
        <p:nvSpPr>
          <p:cNvPr id="15"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偽情報が広がる心理的要因</a:t>
            </a:r>
            <a:endParaRPr kumimoji="1" lang="zh-CN" altLang="en-US"/>
          </a:p>
        </p:txBody>
      </p:sp>
      <p:grpSp>
        <p:nvGrpSpPr>
          <p:cNvPr id="16" name=""/>
          <p:cNvGrpSpPr/>
          <p:nvPr/>
        </p:nvGrpSpPr>
        <p:grpSpPr>
          <a:xfrm>
            <a:off x="504217" y="534464"/>
            <a:ext cx="312365" cy="312365"/>
            <a:chOff x="504217" y="534464"/>
            <a:chExt cx="312365" cy="312365"/>
          </a:xfrm>
        </p:grpSpPr>
        <p:sp>
          <p:nvSpPr>
            <p:cNvPr id="17"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1678765" y="1393143"/>
            <a:ext cx="4186436" cy="3902689"/>
          </a:xfrm>
          <a:custGeom>
            <a:avLst/>
            <a:gdLst>
              <a:gd name="T0" fmla="*/ 592 w 655"/>
              <a:gd name="T1" fmla="*/ 6 h 719"/>
              <a:gd name="T2" fmla="*/ 46 w 655"/>
              <a:gd name="T3" fmla="*/ 105 h 719"/>
              <a:gd name="T4" fmla="*/ 3 w 655"/>
              <a:gd name="T5" fmla="*/ 162 h 719"/>
              <a:gd name="T6" fmla="*/ 37 w 655"/>
              <a:gd name="T7" fmla="*/ 480 h 719"/>
              <a:gd name="T8" fmla="*/ 78 w 655"/>
              <a:gd name="T9" fmla="*/ 525 h 719"/>
              <a:gd name="T10" fmla="*/ 377 w 655"/>
              <a:gd name="T11" fmla="*/ 589 h 719"/>
              <a:gd name="T12" fmla="*/ 341 w 655"/>
              <a:gd name="T13" fmla="*/ 693 h 719"/>
              <a:gd name="T14" fmla="*/ 365 w 655"/>
              <a:gd name="T15" fmla="*/ 708 h 719"/>
              <a:gd name="T16" fmla="*/ 504 w 655"/>
              <a:gd name="T17" fmla="*/ 568 h 719"/>
              <a:gd name="T18" fmla="*/ 506 w 655"/>
              <a:gd name="T19" fmla="*/ 564 h 719"/>
              <a:gd name="T20" fmla="*/ 622 w 655"/>
              <a:gd name="T21" fmla="*/ 451 h 719"/>
              <a:gd name="T22" fmla="*/ 638 w 655"/>
              <a:gd name="T23" fmla="*/ 417 h 719"/>
              <a:gd name="T24" fmla="*/ 653 w 655"/>
              <a:gd name="T25" fmla="*/ 59 h 719"/>
              <a:gd name="T26" fmla="*/ 592 w 655"/>
              <a:gd name="T27" fmla="*/ 6 h 719"/>
              <a:gd name="connsiteX0" fmla="*/ 9061 w 10000"/>
              <a:gd name="connsiteY0" fmla="*/ 12 h 9999"/>
              <a:gd name="connsiteX1" fmla="*/ 666 w 10000"/>
              <a:gd name="connsiteY1" fmla="*/ 1412 h 9999"/>
              <a:gd name="connsiteX2" fmla="*/ 5 w 10000"/>
              <a:gd name="connsiteY2" fmla="*/ 2218 h 9999"/>
              <a:gd name="connsiteX3" fmla="*/ 528 w 10000"/>
              <a:gd name="connsiteY3" fmla="*/ 6714 h 9999"/>
              <a:gd name="connsiteX4" fmla="*/ 1158 w 10000"/>
              <a:gd name="connsiteY4" fmla="*/ 7350 h 9999"/>
              <a:gd name="connsiteX5" fmla="*/ 5756 w 10000"/>
              <a:gd name="connsiteY5" fmla="*/ 8255 h 9999"/>
              <a:gd name="connsiteX6" fmla="*/ 5202 w 10000"/>
              <a:gd name="connsiteY6" fmla="*/ 9725 h 9999"/>
              <a:gd name="connsiteX7" fmla="*/ 5572 w 10000"/>
              <a:gd name="connsiteY7" fmla="*/ 9937 h 9999"/>
              <a:gd name="connsiteX8" fmla="*/ 9523 w 10000"/>
              <a:gd name="connsiteY8" fmla="*/ 6304 h 9999"/>
              <a:gd name="connsiteX9" fmla="*/ 9768 w 10000"/>
              <a:gd name="connsiteY9" fmla="*/ 5823 h 9999"/>
              <a:gd name="connsiteX10" fmla="*/ 9999 w 10000"/>
              <a:gd name="connsiteY10" fmla="*/ 762 h 9999"/>
              <a:gd name="connsiteX11" fmla="*/ 9061 w 10000"/>
              <a:gd name="connsiteY11" fmla="*/ 12 h 9999"/>
              <a:gd name="connsiteX12" fmla="*/ 8997 w 9929"/>
              <a:gd name="connsiteY12" fmla="*/ 12 h 9838"/>
            </a:gdLst>
            <a:rect l="l" t="t" r="r" b="b"/>
            <a:pathLst>
              <a:path w="10000" h="9999">
                <a:moveTo>
                  <a:pt x="9061" y="12"/>
                </a:moveTo>
                <a:lnTo>
                  <a:pt x="666" y="1412"/>
                </a:lnTo>
                <a:cubicBezTo>
                  <a:pt x="251" y="1483"/>
                  <a:pt x="-41" y="1837"/>
                  <a:pt x="5" y="2218"/>
                </a:cubicBezTo>
                <a:cubicBezTo>
                  <a:pt x="179" y="3717"/>
                  <a:pt x="354" y="5215"/>
                  <a:pt x="528" y="6714"/>
                </a:cubicBezTo>
                <a:cubicBezTo>
                  <a:pt x="574" y="7025"/>
                  <a:pt x="820" y="7293"/>
                  <a:pt x="1158" y="7350"/>
                </a:cubicBezTo>
                <a:lnTo>
                  <a:pt x="5756" y="8255"/>
                </a:lnTo>
                <a:cubicBezTo>
                  <a:pt x="5587" y="8679"/>
                  <a:pt x="5371" y="9258"/>
                  <a:pt x="5202" y="9725"/>
                </a:cubicBezTo>
                <a:cubicBezTo>
                  <a:pt x="5125" y="9937"/>
                  <a:pt x="5402" y="10092"/>
                  <a:pt x="5572" y="9937"/>
                </a:cubicBezTo>
                <a:lnTo>
                  <a:pt x="9523" y="6304"/>
                </a:lnTo>
                <a:cubicBezTo>
                  <a:pt x="9866" y="5948"/>
                  <a:pt x="9753" y="6007"/>
                  <a:pt x="9768" y="5823"/>
                </a:cubicBezTo>
                <a:lnTo>
                  <a:pt x="9999" y="762"/>
                </a:lnTo>
                <a:cubicBezTo>
                  <a:pt x="10030" y="296"/>
                  <a:pt x="9569" y="-72"/>
                  <a:pt x="9061" y="12"/>
                </a:cubicBezTo>
                <a:close/>
              </a:path>
            </a:pathLst>
          </a:custGeom>
          <a:solidFill>
            <a:schemeClr val="bg1"/>
          </a:solidFill>
          <a:ln w="12700" cap="sq">
            <a:solidFill>
              <a:schemeClr val="accent1"/>
            </a:solidFill>
            <a:miter/>
          </a:ln>
          <a:effectLst>
            <a:outerShdw dist="0" blurRad="254000" dir="0" sx="102000" sy="102000" kx="0" ky="0" algn="ctr" rotWithShape="0">
              <a:schemeClr val="accent1">
                <a:lumMod val="60000"/>
                <a:lumOff val="40000"/>
                <a:alpha val="20000"/>
              </a:schemeClr>
            </a:outerShdw>
          </a:effectLst>
        </p:spPr>
        <p:txBody>
          <a:bodyPr vert="horz" wrap="square" lIns="91440" tIns="45720" rIns="91440" bIns="45720" rtlCol="0" anchor="ctr"/>
          <a:lstStyle/>
          <a:p>
            <a:pPr algn="ctr"/>
            <a:endParaRPr kumimoji="1" lang="zh-CN" altLang="en-US"/>
          </a:p>
        </p:txBody>
      </p:sp>
      <p:sp>
        <p:nvSpPr>
          <p:cNvPr id="4" name="标题 1"/>
          <p:cNvSpPr txBox="1"/>
          <p:nvPr/>
        </p:nvSpPr>
        <p:spPr>
          <a:xfrm rot="0" flipH="0" flipV="0">
            <a:off x="2156424" y="5413397"/>
            <a:ext cx="3381044" cy="822303"/>
          </a:xfrm>
          <a:prstGeom prst="rect">
            <a:avLst/>
          </a:prstGeom>
          <a:noFill/>
          <a:ln>
            <a:noFill/>
          </a:ln>
        </p:spPr>
        <p:txBody>
          <a:bodyPr vert="horz" wrap="square" lIns="0" tIns="0" rIns="0" bIns="0" rtlCol="0" anchor="t"/>
          <a:lstStyle/>
          <a:p>
            <a:pPr algn="ctr"/>
            <a:r>
              <a:rPr kumimoji="1" lang="en-US" altLang="zh-CN" sz="1600">
                <a:ln w="12700">
                  <a:noFill/>
                </a:ln>
                <a:solidFill>
                  <a:srgbClr val="E36387">
                    <a:alpha val="100000"/>
                  </a:srgbClr>
                </a:solidFill>
                <a:latin typeface="SourceHanSerifJP-Bold"/>
                <a:ea typeface="SourceHanSerifJP-Bold"/>
                <a:cs typeface="SourceHanSerifJP-Bold"/>
              </a:rPr>
              <a:t>問題解決志向と思考の柔軟性</a:t>
            </a:r>
            <a:endParaRPr kumimoji="1" lang="zh-CN" altLang="en-US"/>
          </a:p>
        </p:txBody>
      </p:sp>
      <p:sp>
        <p:nvSpPr>
          <p:cNvPr id="5" name="标题 1"/>
          <p:cNvSpPr txBox="1"/>
          <p:nvPr/>
        </p:nvSpPr>
        <p:spPr>
          <a:xfrm rot="0" flipH="0" flipV="0">
            <a:off x="2416285" y="1882140"/>
            <a:ext cx="3055990" cy="2369820"/>
          </a:xfrm>
          <a:prstGeom prst="rect">
            <a:avLst/>
          </a:prstGeom>
          <a:noFill/>
          <a:ln>
            <a:noFill/>
          </a:ln>
        </p:spPr>
        <p:txBody>
          <a:bodyPr vert="horz" wrap="square" lIns="0" tIns="0" rIns="0" bIns="0" rtlCol="0" anchor="ctr"/>
          <a:lstStyle/>
          <a:p>
            <a:pPr algn="l"/>
            <a:r>
              <a:rPr kumimoji="1" lang="en-US" altLang="zh-CN" sz="730">
                <a:ln w="12700">
                  <a:noFill/>
                </a:ln>
                <a:solidFill>
                  <a:srgbClr val="262626">
                    <a:alpha val="100000"/>
                  </a:srgbClr>
                </a:solidFill>
                <a:latin typeface="SourceHanSerifJP-Regular"/>
                <a:ea typeface="SourceHanSerifJP-Regular"/>
                <a:cs typeface="SourceHanSerifJP-Regular"/>
              </a:rPr>
              <a:t>問題解決志向とは、問題が生じた際にそれを積極的に解決しようとする姿勢のことです。思考の柔軟性とは、新しい情報や異なる意見を取り入れて思考を修正する能力です。これらの心理的特性が、偽情報に対する重要な防御手段となります。常にオープンマインドで、批判的思考を維持することが必要で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6" name="标题 1"/>
          <p:cNvSpPr txBox="1"/>
          <p:nvPr/>
        </p:nvSpPr>
        <p:spPr>
          <a:xfrm rot="0" flipH="0" flipV="0">
            <a:off x="7332464" y="1393143"/>
            <a:ext cx="4186436" cy="3902689"/>
          </a:xfrm>
          <a:custGeom>
            <a:avLst/>
            <a:gdLst>
              <a:gd name="T0" fmla="*/ 592 w 655"/>
              <a:gd name="T1" fmla="*/ 6 h 719"/>
              <a:gd name="T2" fmla="*/ 46 w 655"/>
              <a:gd name="T3" fmla="*/ 105 h 719"/>
              <a:gd name="T4" fmla="*/ 3 w 655"/>
              <a:gd name="T5" fmla="*/ 162 h 719"/>
              <a:gd name="T6" fmla="*/ 37 w 655"/>
              <a:gd name="T7" fmla="*/ 480 h 719"/>
              <a:gd name="T8" fmla="*/ 78 w 655"/>
              <a:gd name="T9" fmla="*/ 525 h 719"/>
              <a:gd name="T10" fmla="*/ 377 w 655"/>
              <a:gd name="T11" fmla="*/ 589 h 719"/>
              <a:gd name="T12" fmla="*/ 341 w 655"/>
              <a:gd name="T13" fmla="*/ 693 h 719"/>
              <a:gd name="T14" fmla="*/ 365 w 655"/>
              <a:gd name="T15" fmla="*/ 708 h 719"/>
              <a:gd name="T16" fmla="*/ 504 w 655"/>
              <a:gd name="T17" fmla="*/ 568 h 719"/>
              <a:gd name="T18" fmla="*/ 506 w 655"/>
              <a:gd name="T19" fmla="*/ 564 h 719"/>
              <a:gd name="T20" fmla="*/ 622 w 655"/>
              <a:gd name="T21" fmla="*/ 451 h 719"/>
              <a:gd name="T22" fmla="*/ 638 w 655"/>
              <a:gd name="T23" fmla="*/ 417 h 719"/>
              <a:gd name="T24" fmla="*/ 653 w 655"/>
              <a:gd name="T25" fmla="*/ 59 h 719"/>
              <a:gd name="T26" fmla="*/ 592 w 655"/>
              <a:gd name="T27" fmla="*/ 6 h 719"/>
              <a:gd name="connsiteX0" fmla="*/ 9061 w 10000"/>
              <a:gd name="connsiteY0" fmla="*/ 12 h 9999"/>
              <a:gd name="connsiteX1" fmla="*/ 666 w 10000"/>
              <a:gd name="connsiteY1" fmla="*/ 1412 h 9999"/>
              <a:gd name="connsiteX2" fmla="*/ 5 w 10000"/>
              <a:gd name="connsiteY2" fmla="*/ 2218 h 9999"/>
              <a:gd name="connsiteX3" fmla="*/ 528 w 10000"/>
              <a:gd name="connsiteY3" fmla="*/ 6714 h 9999"/>
              <a:gd name="connsiteX4" fmla="*/ 1158 w 10000"/>
              <a:gd name="connsiteY4" fmla="*/ 7350 h 9999"/>
              <a:gd name="connsiteX5" fmla="*/ 5756 w 10000"/>
              <a:gd name="connsiteY5" fmla="*/ 8255 h 9999"/>
              <a:gd name="connsiteX6" fmla="*/ 5202 w 10000"/>
              <a:gd name="connsiteY6" fmla="*/ 9725 h 9999"/>
              <a:gd name="connsiteX7" fmla="*/ 5572 w 10000"/>
              <a:gd name="connsiteY7" fmla="*/ 9937 h 9999"/>
              <a:gd name="connsiteX8" fmla="*/ 9523 w 10000"/>
              <a:gd name="connsiteY8" fmla="*/ 6304 h 9999"/>
              <a:gd name="connsiteX9" fmla="*/ 9768 w 10000"/>
              <a:gd name="connsiteY9" fmla="*/ 5823 h 9999"/>
              <a:gd name="connsiteX10" fmla="*/ 9999 w 10000"/>
              <a:gd name="connsiteY10" fmla="*/ 762 h 9999"/>
              <a:gd name="connsiteX11" fmla="*/ 9061 w 10000"/>
              <a:gd name="connsiteY11" fmla="*/ 12 h 9999"/>
              <a:gd name="connsiteX12" fmla="*/ 8997 w 9929"/>
              <a:gd name="connsiteY12" fmla="*/ 12 h 9838"/>
            </a:gdLst>
            <a:rect l="l" t="t" r="r" b="b"/>
            <a:pathLst>
              <a:path w="10000" h="9999">
                <a:moveTo>
                  <a:pt x="9061" y="12"/>
                </a:moveTo>
                <a:lnTo>
                  <a:pt x="666" y="1412"/>
                </a:lnTo>
                <a:cubicBezTo>
                  <a:pt x="251" y="1483"/>
                  <a:pt x="-41" y="1837"/>
                  <a:pt x="5" y="2218"/>
                </a:cubicBezTo>
                <a:cubicBezTo>
                  <a:pt x="179" y="3717"/>
                  <a:pt x="354" y="5215"/>
                  <a:pt x="528" y="6714"/>
                </a:cubicBezTo>
                <a:cubicBezTo>
                  <a:pt x="574" y="7025"/>
                  <a:pt x="820" y="7293"/>
                  <a:pt x="1158" y="7350"/>
                </a:cubicBezTo>
                <a:lnTo>
                  <a:pt x="5756" y="8255"/>
                </a:lnTo>
                <a:cubicBezTo>
                  <a:pt x="5587" y="8679"/>
                  <a:pt x="5371" y="9258"/>
                  <a:pt x="5202" y="9725"/>
                </a:cubicBezTo>
                <a:cubicBezTo>
                  <a:pt x="5125" y="9937"/>
                  <a:pt x="5402" y="10092"/>
                  <a:pt x="5572" y="9937"/>
                </a:cubicBezTo>
                <a:lnTo>
                  <a:pt x="9523" y="6304"/>
                </a:lnTo>
                <a:cubicBezTo>
                  <a:pt x="9866" y="5948"/>
                  <a:pt x="9753" y="6007"/>
                  <a:pt x="9768" y="5823"/>
                </a:cubicBezTo>
                <a:lnTo>
                  <a:pt x="9999" y="762"/>
                </a:lnTo>
                <a:cubicBezTo>
                  <a:pt x="10030" y="296"/>
                  <a:pt x="9569" y="-72"/>
                  <a:pt x="9061" y="12"/>
                </a:cubicBezTo>
                <a:close/>
              </a:path>
            </a:pathLst>
          </a:custGeom>
          <a:solidFill>
            <a:schemeClr val="bg1"/>
          </a:solidFill>
          <a:ln w="12700" cap="sq">
            <a:solidFill>
              <a:schemeClr val="accent1"/>
            </a:solidFill>
            <a:miter/>
          </a:ln>
          <a:effectLst>
            <a:outerShdw dist="0" blurRad="254000" dir="0" sx="102000" sy="102000" kx="0" ky="0" algn="ctr" rotWithShape="0">
              <a:schemeClr val="accent1">
                <a:lumMod val="60000"/>
                <a:lumOff val="40000"/>
                <a:alpha val="20000"/>
              </a:schemeClr>
            </a:outerShdw>
          </a:effectLst>
        </p:spPr>
        <p:txBody>
          <a:bodyPr vert="horz" wrap="square" lIns="91440" tIns="45720" rIns="91440" bIns="45720" rtlCol="0" anchor="ctr"/>
          <a:lstStyle/>
          <a:p>
            <a:pPr algn="ctr"/>
            <a:endParaRPr kumimoji="1" lang="zh-CN" altLang="en-US"/>
          </a:p>
        </p:txBody>
      </p:sp>
      <p:sp>
        <p:nvSpPr>
          <p:cNvPr id="7" name="标题 1"/>
          <p:cNvSpPr txBox="1"/>
          <p:nvPr/>
        </p:nvSpPr>
        <p:spPr>
          <a:xfrm rot="0" flipH="0" flipV="0">
            <a:off x="7810123" y="5413397"/>
            <a:ext cx="3381044" cy="822303"/>
          </a:xfrm>
          <a:prstGeom prst="rect">
            <a:avLst/>
          </a:prstGeom>
          <a:noFill/>
          <a:ln>
            <a:noFill/>
          </a:ln>
        </p:spPr>
        <p:txBody>
          <a:bodyPr vert="horz" wrap="square" lIns="0" tIns="0" rIns="0" bIns="0" rtlCol="0" anchor="t"/>
          <a:lstStyle/>
          <a:p>
            <a:pPr algn="ctr"/>
            <a:r>
              <a:rPr kumimoji="1" lang="en-US" altLang="zh-CN" sz="1600">
                <a:ln w="12700">
                  <a:noFill/>
                </a:ln>
                <a:solidFill>
                  <a:srgbClr val="E36387">
                    <a:alpha val="100000"/>
                  </a:srgbClr>
                </a:solidFill>
                <a:latin typeface="SourceHanSerifJP-Bold"/>
                <a:ea typeface="SourceHanSerifJP-Bold"/>
                <a:cs typeface="SourceHanSerifJP-Bold"/>
              </a:rPr>
              <a:t>偽情報に対する免疫力を高める方法</a:t>
            </a:r>
            <a:endParaRPr kumimoji="1" lang="zh-CN" altLang="en-US"/>
          </a:p>
        </p:txBody>
      </p:sp>
      <p:sp>
        <p:nvSpPr>
          <p:cNvPr id="8" name="标题 1"/>
          <p:cNvSpPr txBox="1"/>
          <p:nvPr/>
        </p:nvSpPr>
        <p:spPr>
          <a:xfrm rot="0" flipH="0" flipV="0">
            <a:off x="8069984" y="1882140"/>
            <a:ext cx="3055990" cy="2369820"/>
          </a:xfrm>
          <a:prstGeom prst="rect">
            <a:avLst/>
          </a:prstGeom>
          <a:noFill/>
          <a:ln>
            <a:noFill/>
          </a:ln>
        </p:spPr>
        <p:txBody>
          <a:bodyPr vert="horz" wrap="square" lIns="0" tIns="0" rIns="0" bIns="0" rtlCol="0" anchor="ctr"/>
          <a:lstStyle/>
          <a:p>
            <a:pPr algn="l"/>
            <a:r>
              <a:rPr kumimoji="1" lang="en-US" altLang="zh-CN" sz="730">
                <a:ln w="12700">
                  <a:noFill/>
                </a:ln>
                <a:solidFill>
                  <a:srgbClr val="262626">
                    <a:alpha val="100000"/>
                  </a:srgbClr>
                </a:solidFill>
                <a:latin typeface="SourceHanSerifJP-Regular"/>
                <a:ea typeface="SourceHanSerifJP-Regular"/>
                <a:cs typeface="SourceHanSerifJP-Regular"/>
              </a:rPr>
              <a:t>偽情報に対する免疫力を高めるためには、日常的に真偽を確かめる習慣をつけることが重要です。また、自分の考えや信念に固執せず、常に最新の情報を取り入れる姿勢が必要です。具体的には、情報の出所と信頼性を確認し、複数の情報源からの情報を比較する習慣を持つことで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pic>
        <p:nvPicPr>
          <p:cNvPr id="9" name=""/>
          <p:cNvPicPr>
            <a:picLocks noChangeAspect="1"/>
          </p:cNvPicPr>
          <p:nvPr/>
        </p:nvPicPr>
        <p:blipFill>
          <a:blip r:embed="rId2">
            <a:alphaModFix amt="100000"/>
          </a:blip>
          <a:srcRect l="30195" t="4581" r="9236" b="4581"/>
          <a:stretch>
            <a:fillRect/>
          </a:stretch>
        </p:blipFill>
        <p:spPr>
          <a:xfrm rot="0" flipH="0" flipV="0">
            <a:off x="656076" y="2467231"/>
            <a:ext cx="1563848" cy="1563848"/>
          </a:xfrm>
          <a:custGeom>
            <a:avLst/>
            <a:gdLst/>
            <a:rect l="l" t="t" r="r" b="b"/>
            <a:pathLst>
              <a:path w="1563848" h="1563848">
                <a:moveTo>
                  <a:pt x="781924" y="0"/>
                </a:moveTo>
                <a:cubicBezTo>
                  <a:pt x="1213769" y="0"/>
                  <a:pt x="1563848" y="350079"/>
                  <a:pt x="1563848" y="781924"/>
                </a:cubicBezTo>
                <a:cubicBezTo>
                  <a:pt x="1563848" y="1213769"/>
                  <a:pt x="1213769" y="1563848"/>
                  <a:pt x="781924" y="1563848"/>
                </a:cubicBezTo>
                <a:cubicBezTo>
                  <a:pt x="350079" y="1563848"/>
                  <a:pt x="0" y="1213769"/>
                  <a:pt x="0" y="781924"/>
                </a:cubicBezTo>
                <a:cubicBezTo>
                  <a:pt x="0" y="350079"/>
                  <a:pt x="350079" y="0"/>
                  <a:pt x="781924" y="0"/>
                </a:cubicBezTo>
                <a:close/>
              </a:path>
            </a:pathLst>
          </a:custGeom>
          <a:noFill/>
          <a:ln>
            <a:noFill/>
          </a:ln>
        </p:spPr>
      </p:pic>
      <p:pic>
        <p:nvPicPr>
          <p:cNvPr id="10" name=""/>
          <p:cNvPicPr>
            <a:picLocks noChangeAspect="1"/>
          </p:cNvPicPr>
          <p:nvPr/>
        </p:nvPicPr>
        <p:blipFill>
          <a:blip r:embed="rId3">
            <a:alphaModFix amt="100000"/>
          </a:blip>
          <a:srcRect l="32615" t="10299" r="7517" b="0"/>
          <a:stretch>
            <a:fillRect/>
          </a:stretch>
        </p:blipFill>
        <p:spPr>
          <a:xfrm rot="0" flipH="0" flipV="0">
            <a:off x="6309775" y="2467231"/>
            <a:ext cx="1563848" cy="1563848"/>
          </a:xfrm>
          <a:custGeom>
            <a:avLst/>
            <a:gdLst/>
            <a:rect l="l" t="t" r="r" b="b"/>
            <a:pathLst>
              <a:path w="1563848" h="1563848">
                <a:moveTo>
                  <a:pt x="781924" y="0"/>
                </a:moveTo>
                <a:cubicBezTo>
                  <a:pt x="1213769" y="0"/>
                  <a:pt x="1563848" y="350079"/>
                  <a:pt x="1563848" y="781924"/>
                </a:cubicBezTo>
                <a:cubicBezTo>
                  <a:pt x="1563848" y="1213769"/>
                  <a:pt x="1213769" y="1563848"/>
                  <a:pt x="781924" y="1563848"/>
                </a:cubicBezTo>
                <a:cubicBezTo>
                  <a:pt x="350080" y="1563848"/>
                  <a:pt x="0" y="1213769"/>
                  <a:pt x="0" y="781924"/>
                </a:cubicBezTo>
                <a:cubicBezTo>
                  <a:pt x="0" y="350079"/>
                  <a:pt x="350080" y="0"/>
                  <a:pt x="781924" y="0"/>
                </a:cubicBezTo>
                <a:close/>
              </a:path>
            </a:pathLst>
          </a:custGeom>
          <a:noFill/>
          <a:ln>
            <a:noFill/>
          </a:ln>
        </p:spPr>
      </p:pic>
      <p:sp>
        <p:nvSpPr>
          <p:cNvPr id="11"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偽情報に対する対策心理学</a:t>
            </a:r>
            <a:endParaRPr kumimoji="1" lang="zh-CN" altLang="en-US"/>
          </a:p>
        </p:txBody>
      </p:sp>
      <p:grpSp>
        <p:nvGrpSpPr>
          <p:cNvPr id="12" name=""/>
          <p:cNvGrpSpPr/>
          <p:nvPr/>
        </p:nvGrpSpPr>
        <p:grpSpPr>
          <a:xfrm>
            <a:off x="504217" y="534464"/>
            <a:ext cx="312365" cy="312365"/>
            <a:chOff x="504217" y="534464"/>
            <a:chExt cx="312365" cy="312365"/>
          </a:xfrm>
        </p:grpSpPr>
        <p:sp>
          <p:nvSpPr>
            <p:cNvPr id="13"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736600" y="4118011"/>
            <a:ext cx="5045100" cy="432000"/>
          </a:xfrm>
          <a:prstGeom prst="rect">
            <a:avLst/>
          </a:prstGeom>
          <a:noFill/>
          <a:ln w="12700" cap="sq">
            <a:noFill/>
            <a:miter/>
          </a:ln>
        </p:spPr>
        <p:txBody>
          <a:bodyPr vert="horz" wrap="square" lIns="0" tIns="0" rIns="0" bIns="0" rtlCol="0" anchor="b"/>
          <a:lstStyle/>
          <a:p>
            <a:pPr algn="ctr"/>
            <a:r>
              <a:rPr kumimoji="1" lang="en-US" altLang="zh-CN" sz="1600">
                <a:ln w="12700">
                  <a:noFill/>
                </a:ln>
                <a:solidFill>
                  <a:srgbClr val="262626">
                    <a:alpha val="100000"/>
                  </a:srgbClr>
                </a:solidFill>
                <a:latin typeface="SourceHanSerifJP-Bold"/>
                <a:ea typeface="SourceHanSerifJP-Bold"/>
                <a:cs typeface="SourceHanSerifJP-Bold"/>
              </a:rPr>
              <a:t>批判的思考を育てる教育方法</a:t>
            </a:r>
            <a:endParaRPr kumimoji="1" lang="zh-CN" altLang="en-US"/>
          </a:p>
        </p:txBody>
      </p:sp>
      <p:sp>
        <p:nvSpPr>
          <p:cNvPr id="4" name="标题 1"/>
          <p:cNvSpPr txBox="1"/>
          <p:nvPr/>
        </p:nvSpPr>
        <p:spPr>
          <a:xfrm rot="0" flipH="0" flipV="0">
            <a:off x="736600" y="4594631"/>
            <a:ext cx="5045100" cy="1459959"/>
          </a:xfrm>
          <a:prstGeom prst="rect">
            <a:avLst/>
          </a:prstGeom>
          <a:noFill/>
          <a:ln>
            <a:noFill/>
          </a:ln>
        </p:spPr>
        <p:txBody>
          <a:bodyPr vert="horz" wrap="square" lIns="0" tIns="0" rIns="0" bIns="0" rtlCol="0" anchor="t"/>
          <a:lstStyle/>
          <a:p>
            <a:pPr algn="ctr"/>
            <a:r>
              <a:rPr kumimoji="1" lang="en-US" altLang="zh-CN" sz="661">
                <a:ln w="12700">
                  <a:noFill/>
                </a:ln>
                <a:solidFill>
                  <a:srgbClr val="595959">
                    <a:alpha val="100000"/>
                  </a:srgbClr>
                </a:solidFill>
                <a:latin typeface="SourceHanSerifJP-Regular"/>
                <a:ea typeface="SourceHanSerifJP-Regular"/>
                <a:cs typeface="SourceHanSerifJP-Regular"/>
              </a:rPr>
              <a:t>批判的思考を育てるための教育は、学生が情報の真偽を自分で判断できる能力を養います。この教育方法には、情報の出所を確認する習慣をつけさせることや、多角的な視点から情報を分析する訓練が含まれます。学生自身が情報の信憑性を評価し、論理的に考える力を育むことが重要で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5" name="标题 1"/>
          <p:cNvSpPr txBox="1"/>
          <p:nvPr/>
        </p:nvSpPr>
        <p:spPr>
          <a:xfrm rot="0" flipH="0" flipV="0">
            <a:off x="6397600" y="4181711"/>
            <a:ext cx="5054600" cy="266700"/>
          </a:xfrm>
          <a:prstGeom prst="rect">
            <a:avLst/>
          </a:prstGeom>
          <a:noFill/>
          <a:ln w="12700" cap="sq">
            <a:noFill/>
            <a:miter/>
          </a:ln>
        </p:spPr>
        <p:txBody>
          <a:bodyPr vert="horz" wrap="square" lIns="0" tIns="0" rIns="0" bIns="0" rtlCol="0" anchor="b">
            <a:spAutoFit/>
          </a:bodyPr>
          <a:lstStyle/>
          <a:p>
            <a:pPr algn="ctr"/>
            <a:r>
              <a:rPr kumimoji="1" lang="en-US" altLang="zh-CN" sz="1600">
                <a:ln w="12700">
                  <a:noFill/>
                </a:ln>
                <a:solidFill>
                  <a:srgbClr val="E36387">
                    <a:alpha val="100000"/>
                  </a:srgbClr>
                </a:solidFill>
                <a:latin typeface="SourceHanSerifJP-Bold"/>
                <a:ea typeface="SourceHanSerifJP-Bold"/>
                <a:cs typeface="SourceHanSerifJP-Bold"/>
              </a:rPr>
              <a:t>メディアリテラシーと社会的影響</a:t>
            </a:r>
            <a:endParaRPr kumimoji="1" lang="zh-CN" altLang="en-US"/>
          </a:p>
        </p:txBody>
      </p:sp>
      <p:sp>
        <p:nvSpPr>
          <p:cNvPr id="6" name="标题 1"/>
          <p:cNvSpPr txBox="1"/>
          <p:nvPr/>
        </p:nvSpPr>
        <p:spPr>
          <a:xfrm rot="0" flipH="0" flipV="0">
            <a:off x="6397600" y="4594631"/>
            <a:ext cx="5057800" cy="1459959"/>
          </a:xfrm>
          <a:prstGeom prst="rect">
            <a:avLst/>
          </a:prstGeom>
          <a:noFill/>
          <a:ln>
            <a:noFill/>
          </a:ln>
        </p:spPr>
        <p:txBody>
          <a:bodyPr vert="horz" wrap="square" lIns="0" tIns="0" rIns="0" bIns="0" rtlCol="0" anchor="t"/>
          <a:lstStyle/>
          <a:p>
            <a:pPr algn="ctr"/>
            <a:r>
              <a:rPr kumimoji="1" lang="en-US" altLang="zh-CN" sz="661">
                <a:ln w="12700">
                  <a:noFill/>
                </a:ln>
                <a:solidFill>
                  <a:srgbClr val="595959">
                    <a:alpha val="100000"/>
                  </a:srgbClr>
                </a:solidFill>
                <a:latin typeface="SourceHanSerifJP-Regular"/>
                <a:ea typeface="SourceHanSerifJP-Regular"/>
                <a:cs typeface="SourceHanSerifJP-Regular"/>
              </a:rPr>
              <a:t>メディアリテラシーが高まることで、社会全体の情報リテラシーも向上します。これにより、偽情報の拡散が抑えられ、より健全な情報環境が整います。また、個人が情報を客観的に判断し、冷静に対処する能力を持つことで、社会的な混乱や誤解が減少し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pic>
        <p:nvPicPr>
          <p:cNvPr id="7" name=""/>
          <p:cNvPicPr>
            <a:picLocks noChangeAspect="1"/>
          </p:cNvPicPr>
          <p:nvPr/>
        </p:nvPicPr>
        <p:blipFill>
          <a:blip r:embed="rId2">
            <a:alphaModFix amt="100000"/>
          </a:blip>
          <a:srcRect l="428" t="31271" r="428" b="13434"/>
          <a:stretch>
            <a:fillRect/>
          </a:stretch>
        </p:blipFill>
        <p:spPr>
          <a:xfrm rot="0" flipH="0" flipV="0">
            <a:off x="673100" y="1380436"/>
            <a:ext cx="10845800" cy="2520000"/>
          </a:xfrm>
          <a:custGeom>
            <a:avLst/>
            <a:gdLst/>
            <a:rect l="l" t="t" r="r" b="b"/>
            <a:pathLst>
              <a:path w="10845800" h="2520000">
                <a:moveTo>
                  <a:pt x="0" y="0"/>
                </a:moveTo>
                <a:lnTo>
                  <a:pt x="10845800" y="0"/>
                </a:lnTo>
                <a:lnTo>
                  <a:pt x="10845800" y="2520000"/>
                </a:lnTo>
                <a:lnTo>
                  <a:pt x="0" y="2520000"/>
                </a:lnTo>
                <a:close/>
              </a:path>
            </a:pathLst>
          </a:custGeom>
          <a:noFill/>
          <a:ln>
            <a:noFill/>
          </a:ln>
        </p:spPr>
      </p:pic>
      <p:sp>
        <p:nvSpPr>
          <p:cNvPr id="8"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メディアリテラシー教育の心理的効果</a:t>
            </a:r>
            <a:endParaRPr kumimoji="1" lang="zh-CN" altLang="en-US"/>
          </a:p>
        </p:txBody>
      </p:sp>
      <p:grpSp>
        <p:nvGrpSpPr>
          <p:cNvPr id="9" name=""/>
          <p:cNvGrpSpPr/>
          <p:nvPr/>
        </p:nvGrpSpPr>
        <p:grpSpPr>
          <a:xfrm>
            <a:off x="504217" y="534464"/>
            <a:ext cx="312365" cy="312365"/>
            <a:chOff x="504217" y="534464"/>
            <a:chExt cx="312365" cy="312365"/>
          </a:xfrm>
        </p:grpSpPr>
        <p:sp>
          <p:nvSpPr>
            <p:cNvPr id="10"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3" name="标题 1"/>
          <p:cNvSpPr txBox="1"/>
          <p:nvPr/>
        </p:nvSpPr>
        <p:spPr>
          <a:xfrm rot="0" flipH="0" flipV="0">
            <a:off x="559210" y="1855817"/>
            <a:ext cx="2401528" cy="2333645"/>
          </a:xfrm>
          <a:prstGeom prst="rect">
            <a:avLst/>
          </a:prstGeom>
          <a:solidFill>
            <a:srgbClr val="F2F2F2">
              <a:alpha val="100000"/>
            </a:srgbClr>
          </a:solidFill>
          <a:ln w="12700" cap="sq">
            <a:noFill/>
            <a:miter/>
          </a:ln>
        </p:spPr>
        <p:txBody>
          <a:bodyPr vert="horz" wrap="square" lIns="91440" tIns="45720" rIns="91440" bIns="45720" rtlCol="0" anchor="ctr"/>
          <a:lstStyle/>
          <a:p>
            <a:pPr algn="ctr"/>
            <a:endParaRPr kumimoji="1" lang="zh-CN" altLang="en-US"/>
          </a:p>
        </p:txBody>
      </p:sp>
      <p:cxnSp>
        <p:nvCxnSpPr>
          <p:cNvPr id="4" name="标题 1"/>
          <p:cNvCxnSpPr/>
          <p:nvPr/>
        </p:nvCxnSpPr>
        <p:spPr>
          <a:xfrm rot="0" flipH="0" flipV="0">
            <a:off x="5715229" y="2061724"/>
            <a:ext cx="926691" cy="0"/>
          </a:xfrm>
          <a:prstGeom prst="line">
            <a:avLst/>
          </a:prstGeom>
          <a:noFill/>
          <a:ln w="12700" cap="sq">
            <a:solidFill>
              <a:schemeClr val="accent1"/>
            </a:solidFill>
            <a:miter/>
          </a:ln>
        </p:spPr>
      </p:cxnSp>
      <p:sp>
        <p:nvSpPr>
          <p:cNvPr id="5" name="标题 1"/>
          <p:cNvSpPr txBox="1"/>
          <p:nvPr/>
        </p:nvSpPr>
        <p:spPr>
          <a:xfrm rot="0" flipH="0" flipV="0">
            <a:off x="1861574" y="1330768"/>
            <a:ext cx="2974257" cy="3383742"/>
          </a:xfrm>
          <a:prstGeom prst="rect">
            <a:avLst/>
          </a:prstGeom>
          <a:blipFill>
            <a:blip r:embed="rId2"/>
            <a:srcRect l="0" t="0" r="0" b="0"/>
            <a:stretch>
              <a:fillRect l="-71604" t="0" r="-71604" b="0"/>
            </a:stretch>
          </a:blipFill>
          <a:ln w="12700" cap="sq">
            <a:noFill/>
            <a:miter/>
          </a:ln>
          <a:effectLst/>
        </p:spPr>
        <p:txBody>
          <a:bodyPr vert="horz" wrap="square" lIns="91440" tIns="45720" rIns="91440" bIns="45720" rtlCol="0" anchor="ctr"/>
          <a:lstStyle/>
          <a:p>
            <a:pPr algn="ctr"/>
            <a:endParaRPr kumimoji="1" lang="zh-CN" altLang="en-US"/>
          </a:p>
        </p:txBody>
      </p:sp>
      <p:sp>
        <p:nvSpPr>
          <p:cNvPr id="6" name="标题 1"/>
          <p:cNvSpPr txBox="1"/>
          <p:nvPr/>
        </p:nvSpPr>
        <p:spPr>
          <a:xfrm rot="0" flipH="0" flipV="0">
            <a:off x="5715230" y="3456698"/>
            <a:ext cx="4793224" cy="2677401"/>
          </a:xfrm>
          <a:prstGeom prst="rect">
            <a:avLst/>
          </a:prstGeom>
          <a:blipFill>
            <a:blip r:embed="rId3"/>
            <a:srcRect l="0" t="0" r="0" b="0"/>
            <a:stretch>
              <a:fillRect l="-9872" t="0" r="-9872" b="0"/>
            </a:stretch>
          </a:blipFill>
          <a:ln w="12700" cap="sq">
            <a:noFill/>
            <a:miter/>
          </a:ln>
          <a:effectLst/>
        </p:spPr>
        <p:txBody>
          <a:bodyPr vert="horz" wrap="square" lIns="91440" tIns="45720" rIns="91440" bIns="45720" rtlCol="0" anchor="ctr"/>
          <a:lstStyle/>
          <a:p>
            <a:pPr algn="ctr"/>
            <a:endParaRPr kumimoji="1" lang="zh-CN" altLang="en-US"/>
          </a:p>
        </p:txBody>
      </p:sp>
      <p:sp>
        <p:nvSpPr>
          <p:cNvPr id="7" name="标题 1"/>
          <p:cNvSpPr txBox="1"/>
          <p:nvPr/>
        </p:nvSpPr>
        <p:spPr>
          <a:xfrm rot="0" flipH="0" flipV="0">
            <a:off x="1861575" y="4838700"/>
            <a:ext cx="3345425" cy="471873"/>
          </a:xfrm>
          <a:prstGeom prst="rect">
            <a:avLst/>
          </a:prstGeom>
          <a:noFill/>
          <a:ln cap="sq">
            <a:noFill/>
          </a:ln>
          <a:effectLst/>
        </p:spPr>
        <p:txBody>
          <a:bodyPr vert="horz" wrap="square" lIns="0" tIns="0" rIns="0" bIns="0" rtlCol="0" anchor="ctr"/>
          <a:lstStyle/>
          <a:p>
            <a:pPr algn="l"/>
            <a:r>
              <a:rPr kumimoji="1" lang="en-US" altLang="zh-CN" sz="1447">
                <a:ln w="12700">
                  <a:noFill/>
                </a:ln>
                <a:solidFill>
                  <a:srgbClr val="000000">
                    <a:alpha val="100000"/>
                  </a:srgbClr>
                </a:solidFill>
                <a:latin typeface="SourceHanSerifJP-Bold"/>
                <a:ea typeface="SourceHanSerifJP-Bold"/>
                <a:cs typeface="SourceHanSerifJP-Bold"/>
              </a:rPr>
              <a:t>成功したメディアリテラシープログラム</a:t>
            </a:r>
            <a:endParaRPr kumimoji="1" lang="zh-CN" altLang="en-US"/>
          </a:p>
        </p:txBody>
      </p:sp>
      <p:sp>
        <p:nvSpPr>
          <p:cNvPr id="8" name="标题 1"/>
          <p:cNvSpPr txBox="1"/>
          <p:nvPr/>
        </p:nvSpPr>
        <p:spPr>
          <a:xfrm rot="0" flipH="0" flipV="0">
            <a:off x="1861573" y="5400724"/>
            <a:ext cx="3348739" cy="822276"/>
          </a:xfrm>
          <a:prstGeom prst="rect">
            <a:avLst/>
          </a:prstGeom>
          <a:noFill/>
          <a:ln>
            <a:noFill/>
          </a:ln>
        </p:spPr>
        <p:txBody>
          <a:bodyPr vert="horz" wrap="square" lIns="0" tIns="0" rIns="0" bIns="0" rtlCol="0" anchor="t"/>
          <a:lstStyle/>
          <a:p>
            <a:pPr algn="l"/>
            <a:r>
              <a:rPr kumimoji="1" lang="en-US" altLang="zh-CN" sz="1400">
                <a:ln w="12700">
                  <a:noFill/>
                </a:ln>
                <a:solidFill>
                  <a:srgbClr val="000000">
                    <a:alpha val="100000"/>
                  </a:srgbClr>
                </a:solidFill>
                <a:latin typeface="SourceHanSerifJP-Regular"/>
                <a:ea typeface="SourceHanSerifJP-Regular"/>
                <a:cs typeface="SourceHanSerifJP-Regular"/>
              </a:rPr>
              <a:t>成功したメディアリテラシープログラムの事例は、他の教育機関にとって</a:t>
            </a:r>
            <a:endParaRPr kumimoji="1" lang="zh-CN" altLang="en-US"/>
          </a:p>
        </p:txBody>
      </p:sp>
      <p:sp>
        <p:nvSpPr>
          <p:cNvPr id="9" name="标题 1"/>
          <p:cNvSpPr txBox="1"/>
          <p:nvPr/>
        </p:nvSpPr>
        <p:spPr>
          <a:xfrm rot="0" flipH="0" flipV="0">
            <a:off x="5715229" y="2276845"/>
            <a:ext cx="4793223" cy="818642"/>
          </a:xfrm>
          <a:prstGeom prst="rect">
            <a:avLst/>
          </a:prstGeom>
          <a:noFill/>
          <a:ln>
            <a:noFill/>
          </a:ln>
        </p:spPr>
        <p:txBody>
          <a:bodyPr vert="horz" wrap="square" lIns="91440" tIns="45720" rIns="91440" bIns="45720" rtlCol="0" anchor="t"/>
          <a:lstStyle/>
          <a:p>
            <a:pPr algn="l"/>
            <a:r>
              <a:rPr kumimoji="1" lang="en-US" altLang="zh-CN" sz="500">
                <a:ln w="12700">
                  <a:noFill/>
                </a:ln>
                <a:solidFill>
                  <a:srgbClr val="000000">
                    <a:alpha val="100000"/>
                  </a:srgbClr>
                </a:solidFill>
                <a:latin typeface="SourceHanSerifJP-Regular"/>
                <a:ea typeface="SourceHanSerifJP-Regular"/>
                <a:cs typeface="SourceHanSerifJP-Regular"/>
              </a:rPr>
              <a:t>教育現場では、実際の偽情報事例を教材として使用し、学生にその分析と対策を教えることが効果的です。例えば、有名な偽ニュースや詐欺的な情報を取り上げ、それがどのようにして拡散されたのか、その背後にある心理的要因を探ることで、学生は実践的な知識を身につけることができます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
Enrich the content of my subheading and request to retain the original meaning of the content. Request appropriate polishing to enrich the original content, and require each subheading to output 500 words of content</a:t>
            </a:r>
            <a:endParaRPr kumimoji="1" lang="zh-CN" altLang="en-US"/>
          </a:p>
        </p:txBody>
      </p:sp>
      <p:sp>
        <p:nvSpPr>
          <p:cNvPr id="10" name="标题 1"/>
          <p:cNvSpPr txBox="1"/>
          <p:nvPr/>
        </p:nvSpPr>
        <p:spPr>
          <a:xfrm rot="0" flipH="0" flipV="0">
            <a:off x="5715229" y="1426395"/>
            <a:ext cx="4787671" cy="563550"/>
          </a:xfrm>
          <a:prstGeom prst="rect">
            <a:avLst/>
          </a:prstGeom>
          <a:noFill/>
          <a:ln>
            <a:noFill/>
          </a:ln>
        </p:spPr>
        <p:txBody>
          <a:bodyPr vert="horz" wrap="square" lIns="91440" tIns="45720" rIns="91440" bIns="45720" rtlCol="0" anchor="ctr"/>
          <a:lstStyle/>
          <a:p>
            <a:pPr algn="l"/>
            <a:r>
              <a:rPr kumimoji="1" lang="en-US" altLang="zh-CN" sz="1600">
                <a:ln w="12700">
                  <a:noFill/>
                </a:ln>
                <a:solidFill>
                  <a:srgbClr val="000000">
                    <a:alpha val="100000"/>
                  </a:srgbClr>
                </a:solidFill>
                <a:latin typeface="SourceHanSerifJP-Bold"/>
                <a:ea typeface="SourceHanSerifJP-Bold"/>
                <a:cs typeface="SourceHanSerifJP-Bold"/>
              </a:rPr>
              <a:t>実際の偽情報事例とその対応</a:t>
            </a:r>
            <a:endParaRPr kumimoji="1" lang="zh-CN" altLang="en-US"/>
          </a:p>
        </p:txBody>
      </p:sp>
      <p:sp>
        <p:nvSpPr>
          <p:cNvPr id="11" name="标题 1"/>
          <p:cNvSpPr txBox="1"/>
          <p:nvPr/>
        </p:nvSpPr>
        <p:spPr>
          <a:xfrm rot="0" flipH="0" flipV="0">
            <a:off x="924761" y="470193"/>
            <a:ext cx="10858500" cy="468000"/>
          </a:xfrm>
          <a:prstGeom prst="rect">
            <a:avLst/>
          </a:prstGeom>
          <a:noFill/>
          <a:ln>
            <a:noFill/>
          </a:ln>
        </p:spPr>
        <p:txBody>
          <a:bodyPr vert="horz" wrap="square" lIns="0" tIns="0" rIns="0" bIns="0" rtlCol="0" anchor="ctr"/>
          <a:lstStyle/>
          <a:p>
            <a:pPr algn="l"/>
            <a:r>
              <a:rPr kumimoji="1" lang="en-US" altLang="zh-CN" sz="2800">
                <a:ln w="12700">
                  <a:noFill/>
                </a:ln>
                <a:solidFill>
                  <a:srgbClr val="262626">
                    <a:alpha val="100000"/>
                  </a:srgbClr>
                </a:solidFill>
                <a:latin typeface="SourceHanSerifJP-Bold"/>
                <a:ea typeface="SourceHanSerifJP-Bold"/>
                <a:cs typeface="SourceHanSerifJP-Bold"/>
              </a:rPr>
              <a:t>教育現場でのケーススタディ</a:t>
            </a:r>
            <a:endParaRPr kumimoji="1" lang="zh-CN" altLang="en-US"/>
          </a:p>
        </p:txBody>
      </p:sp>
      <p:grpSp>
        <p:nvGrpSpPr>
          <p:cNvPr id="12" name=""/>
          <p:cNvGrpSpPr/>
          <p:nvPr/>
        </p:nvGrpSpPr>
        <p:grpSpPr>
          <a:xfrm>
            <a:off x="504217" y="534464"/>
            <a:ext cx="312365" cy="312365"/>
            <a:chOff x="504217" y="534464"/>
            <a:chExt cx="312365" cy="312365"/>
          </a:xfrm>
        </p:grpSpPr>
        <p:sp>
          <p:nvSpPr>
            <p:cNvPr id="13" name="标题 1"/>
            <p:cNvSpPr txBox="1"/>
            <p:nvPr/>
          </p:nvSpPr>
          <p:spPr>
            <a:xfrm rot="0" flipH="0" flipV="0">
              <a:off x="504217" y="534464"/>
              <a:ext cx="312365" cy="312365"/>
            </a:xfrm>
            <a:prstGeom prst="ellipse">
              <a:avLst/>
            </a:prstGeom>
            <a:solidFill>
              <a:schemeClr val="bg1"/>
            </a:solidFill>
            <a:ln w="12700" cap="sq">
              <a:solidFill>
                <a:schemeClr val="accent1"/>
              </a:solidFill>
              <a:miter/>
            </a:ln>
          </p:spPr>
          <p:txBody>
            <a:bodyPr vert="horz" wrap="square" lIns="91440" tIns="45720" rIns="91440" bIns="45720" rtlCol="0" anchor="ctr"/>
            <a:lstStyle/>
            <a:p>
              <a:pPr algn="ctr"/>
              <a:endParaRPr kumimoji="1" lang="zh-CN" altLang="en-US"/>
            </a:p>
          </p:txBody>
        </p:sp>
        <p:sp>
          <p:nvSpPr>
            <p:cNvPr id="14" name="标题 1"/>
            <p:cNvSpPr txBox="1"/>
            <p:nvPr/>
          </p:nvSpPr>
          <p:spPr>
            <a:xfrm rot="0" flipH="0" flipV="0">
              <a:off x="533681" y="563928"/>
              <a:ext cx="253437" cy="253437"/>
            </a:xfrm>
            <a:prstGeom prst="ellipse">
              <a:avLst/>
            </a:prstGeom>
            <a:solidFill>
              <a:schemeClr val="accent1"/>
            </a:solidFill>
            <a:ln w="12700" cap="sq">
              <a:solidFill>
                <a:schemeClr val="bg1"/>
              </a:solidFill>
              <a:miter/>
            </a:ln>
          </p:spPr>
          <p:txBody>
            <a:bodyPr vert="horz" wrap="square" lIns="91440" tIns="45720" rIns="91440" bIns="45720" rtlCol="0" anchor="ctr"/>
            <a:lstStyle/>
            <a:p>
              <a:pPr algn="ctr"/>
              <a:endParaRPr kumimoji="1" lang="zh-CN" altLang="en-US"/>
            </a:p>
          </p:txBody>
        </p:sp>
      </p:grpSp>
    </p:spTree>
  </p:cSld>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2" name=""/>
          <p:cNvPicPr>
            <a:picLocks noChangeAspect="1"/>
          </p:cNvPicPr>
          <p:nvPr/>
        </p:nvPicPr>
        <p:blipFill>
          <a:blip r:embed="rId2">
            <a:alphaModFix amt="100000"/>
          </a:blip>
          <a:srcRect l="8157" t="0" r="8157" b="0"/>
          <a:stretch>
            <a:fillRect/>
          </a:stretch>
        </p:blipFill>
        <p:spPr>
          <a:xfrm rot="0" flipH="0" flipV="0">
            <a:off x="220508" y="1627829"/>
            <a:ext cx="5160227" cy="4644646"/>
          </a:xfrm>
          <a:prstGeom prst="rect">
            <a:avLst/>
          </a:prstGeom>
          <a:noFill/>
          <a:ln>
            <a:noFill/>
          </a:ln>
        </p:spPr>
      </p:pic>
      <p:sp>
        <p:nvSpPr>
          <p:cNvPr id="3" name="标题 1"/>
          <p:cNvSpPr txBox="1"/>
          <p:nvPr/>
        </p:nvSpPr>
        <p:spPr>
          <a:xfrm rot="0" flipH="0" flipV="0">
            <a:off x="9613235" y="863331"/>
            <a:ext cx="1939980" cy="290138"/>
          </a:xfrm>
          <a:custGeom>
            <a:avLst/>
            <a:gdLst>
              <a:gd name="connsiteX0" fmla="*/ 353068 w 1228797"/>
              <a:gd name="connsiteY0" fmla="*/ 146933 h 152590"/>
              <a:gd name="connsiteX1" fmla="*/ 353259 w 1228797"/>
              <a:gd name="connsiteY1" fmla="*/ 146971 h 152590"/>
              <a:gd name="connsiteX2" fmla="*/ 352878 w 1228797"/>
              <a:gd name="connsiteY2" fmla="*/ 146971 h 152590"/>
              <a:gd name="connsiteX3" fmla="*/ 463654 w 1228797"/>
              <a:gd name="connsiteY3" fmla="*/ 28766 h 152590"/>
              <a:gd name="connsiteX4" fmla="*/ 457368 w 1228797"/>
              <a:gd name="connsiteY4" fmla="*/ 35052 h 152590"/>
              <a:gd name="connsiteX5" fmla="*/ 457368 w 1228797"/>
              <a:gd name="connsiteY5" fmla="*/ 66866 h 152590"/>
              <a:gd name="connsiteX6" fmla="*/ 463464 w 1228797"/>
              <a:gd name="connsiteY6" fmla="*/ 73152 h 152590"/>
              <a:gd name="connsiteX7" fmla="*/ 463654 w 1228797"/>
              <a:gd name="connsiteY7" fmla="*/ 73152 h 152590"/>
              <a:gd name="connsiteX8" fmla="*/ 502611 w 1228797"/>
              <a:gd name="connsiteY8" fmla="*/ 73152 h 152590"/>
              <a:gd name="connsiteX9" fmla="*/ 525281 w 1228797"/>
              <a:gd name="connsiteY9" fmla="*/ 51911 h 152590"/>
              <a:gd name="connsiteX10" fmla="*/ 504450 w 1228797"/>
              <a:gd name="connsiteY10" fmla="*/ 28795 h 152590"/>
              <a:gd name="connsiteX11" fmla="*/ 503183 w 1228797"/>
              <a:gd name="connsiteY11" fmla="*/ 28766 h 152590"/>
              <a:gd name="connsiteX12" fmla="*/ 1154216 w 1228797"/>
              <a:gd name="connsiteY12" fmla="*/ 28194 h 152590"/>
              <a:gd name="connsiteX13" fmla="*/ 1154216 w 1228797"/>
              <a:gd name="connsiteY13" fmla="*/ 28765 h 152590"/>
              <a:gd name="connsiteX14" fmla="*/ 1104877 w 1228797"/>
              <a:gd name="connsiteY14" fmla="*/ 77914 h 152590"/>
              <a:gd name="connsiteX15" fmla="*/ 1154026 w 1228797"/>
              <a:gd name="connsiteY15" fmla="*/ 127254 h 152590"/>
              <a:gd name="connsiteX16" fmla="*/ 1203365 w 1228797"/>
              <a:gd name="connsiteY16" fmla="*/ 78105 h 152590"/>
              <a:gd name="connsiteX17" fmla="*/ 1203365 w 1228797"/>
              <a:gd name="connsiteY17" fmla="*/ 78009 h 152590"/>
              <a:gd name="connsiteX18" fmla="*/ 1154502 w 1228797"/>
              <a:gd name="connsiteY18" fmla="*/ 28195 h 152590"/>
              <a:gd name="connsiteX19" fmla="*/ 1154216 w 1228797"/>
              <a:gd name="connsiteY19" fmla="*/ 28194 h 152590"/>
              <a:gd name="connsiteX20" fmla="*/ 836558 w 1228797"/>
              <a:gd name="connsiteY20" fmla="*/ 25718 h 152590"/>
              <a:gd name="connsiteX21" fmla="*/ 787314 w 1228797"/>
              <a:gd name="connsiteY21" fmla="*/ 74962 h 152590"/>
              <a:gd name="connsiteX22" fmla="*/ 836558 w 1228797"/>
              <a:gd name="connsiteY22" fmla="*/ 124207 h 152590"/>
              <a:gd name="connsiteX23" fmla="*/ 885802 w 1228797"/>
              <a:gd name="connsiteY23" fmla="*/ 74962 h 152590"/>
              <a:gd name="connsiteX24" fmla="*/ 885802 w 1228797"/>
              <a:gd name="connsiteY24" fmla="*/ 74867 h 152590"/>
              <a:gd name="connsiteX25" fmla="*/ 836558 w 1228797"/>
              <a:gd name="connsiteY25" fmla="*/ 25718 h 152590"/>
              <a:gd name="connsiteX26" fmla="*/ 200954 w 1228797"/>
              <a:gd name="connsiteY26" fmla="*/ 25527 h 152590"/>
              <a:gd name="connsiteX27" fmla="*/ 200954 w 1228797"/>
              <a:gd name="connsiteY27" fmla="*/ 25908 h 152590"/>
              <a:gd name="connsiteX28" fmla="*/ 151424 w 1228797"/>
              <a:gd name="connsiteY28" fmla="*/ 75248 h 152590"/>
              <a:gd name="connsiteX29" fmla="*/ 200764 w 1228797"/>
              <a:gd name="connsiteY29" fmla="*/ 124778 h 152590"/>
              <a:gd name="connsiteX30" fmla="*/ 250294 w 1228797"/>
              <a:gd name="connsiteY30" fmla="*/ 75438 h 152590"/>
              <a:gd name="connsiteX31" fmla="*/ 250294 w 1228797"/>
              <a:gd name="connsiteY31" fmla="*/ 75248 h 152590"/>
              <a:gd name="connsiteX32" fmla="*/ 201145 w 1228797"/>
              <a:gd name="connsiteY32" fmla="*/ 25528 h 152590"/>
              <a:gd name="connsiteX33" fmla="*/ 200954 w 1228797"/>
              <a:gd name="connsiteY33" fmla="*/ 25527 h 152590"/>
              <a:gd name="connsiteX34" fmla="*/ 437841 w 1228797"/>
              <a:gd name="connsiteY34" fmla="*/ 3429 h 152590"/>
              <a:gd name="connsiteX35" fmla="*/ 502040 w 1228797"/>
              <a:gd name="connsiteY35" fmla="*/ 3429 h 152590"/>
              <a:gd name="connsiteX36" fmla="*/ 535949 w 1228797"/>
              <a:gd name="connsiteY36" fmla="*/ 16764 h 152590"/>
              <a:gd name="connsiteX37" fmla="*/ 550808 w 1228797"/>
              <a:gd name="connsiteY37" fmla="*/ 49340 h 152590"/>
              <a:gd name="connsiteX38" fmla="*/ 528615 w 1228797"/>
              <a:gd name="connsiteY38" fmla="*/ 91345 h 152590"/>
              <a:gd name="connsiteX39" fmla="*/ 526233 w 1228797"/>
              <a:gd name="connsiteY39" fmla="*/ 99251 h 152590"/>
              <a:gd name="connsiteX40" fmla="*/ 544712 w 1228797"/>
              <a:gd name="connsiteY40" fmla="*/ 138017 h 152590"/>
              <a:gd name="connsiteX41" fmla="*/ 541683 w 1228797"/>
              <a:gd name="connsiteY41" fmla="*/ 146377 h 152590"/>
              <a:gd name="connsiteX42" fmla="*/ 538997 w 1228797"/>
              <a:gd name="connsiteY42" fmla="*/ 146971 h 152590"/>
              <a:gd name="connsiteX43" fmla="*/ 525567 w 1228797"/>
              <a:gd name="connsiteY43" fmla="*/ 146971 h 152590"/>
              <a:gd name="connsiteX44" fmla="*/ 519947 w 1228797"/>
              <a:gd name="connsiteY44" fmla="*/ 143447 h 152590"/>
              <a:gd name="connsiteX45" fmla="*/ 500230 w 1228797"/>
              <a:gd name="connsiteY45" fmla="*/ 102203 h 152590"/>
              <a:gd name="connsiteX46" fmla="*/ 494611 w 1228797"/>
              <a:gd name="connsiteY46" fmla="*/ 98679 h 152590"/>
              <a:gd name="connsiteX47" fmla="*/ 463654 w 1228797"/>
              <a:gd name="connsiteY47" fmla="*/ 98679 h 152590"/>
              <a:gd name="connsiteX48" fmla="*/ 457368 w 1228797"/>
              <a:gd name="connsiteY48" fmla="*/ 104773 h 152590"/>
              <a:gd name="connsiteX49" fmla="*/ 457368 w 1228797"/>
              <a:gd name="connsiteY49" fmla="*/ 104966 h 152590"/>
              <a:gd name="connsiteX50" fmla="*/ 457368 w 1228797"/>
              <a:gd name="connsiteY50" fmla="*/ 140684 h 152590"/>
              <a:gd name="connsiteX51" fmla="*/ 451081 w 1228797"/>
              <a:gd name="connsiteY51" fmla="*/ 146971 h 152590"/>
              <a:gd name="connsiteX52" fmla="*/ 437841 w 1228797"/>
              <a:gd name="connsiteY52" fmla="*/ 146971 h 152590"/>
              <a:gd name="connsiteX53" fmla="*/ 431555 w 1228797"/>
              <a:gd name="connsiteY53" fmla="*/ 140684 h 152590"/>
              <a:gd name="connsiteX54" fmla="*/ 431555 w 1228797"/>
              <a:gd name="connsiteY54" fmla="*/ 9716 h 152590"/>
              <a:gd name="connsiteX55" fmla="*/ 437841 w 1228797"/>
              <a:gd name="connsiteY55" fmla="*/ 3429 h 152590"/>
              <a:gd name="connsiteX56" fmla="*/ 293633 w 1228797"/>
              <a:gd name="connsiteY56" fmla="*/ 3429 h 152590"/>
              <a:gd name="connsiteX57" fmla="*/ 306777 w 1228797"/>
              <a:gd name="connsiteY57" fmla="*/ 3429 h 152590"/>
              <a:gd name="connsiteX58" fmla="*/ 312683 w 1228797"/>
              <a:gd name="connsiteY58" fmla="*/ 9715 h 152590"/>
              <a:gd name="connsiteX59" fmla="*/ 312683 w 1228797"/>
              <a:gd name="connsiteY59" fmla="*/ 80677 h 152590"/>
              <a:gd name="connsiteX60" fmla="*/ 350592 w 1228797"/>
              <a:gd name="connsiteY60" fmla="*/ 123032 h 152590"/>
              <a:gd name="connsiteX61" fmla="*/ 392950 w 1228797"/>
              <a:gd name="connsiteY61" fmla="*/ 85118 h 152590"/>
              <a:gd name="connsiteX62" fmla="*/ 392978 w 1228797"/>
              <a:gd name="connsiteY62" fmla="*/ 81248 h 152590"/>
              <a:gd name="connsiteX63" fmla="*/ 392978 w 1228797"/>
              <a:gd name="connsiteY63" fmla="*/ 9715 h 152590"/>
              <a:gd name="connsiteX64" fmla="*/ 399265 w 1228797"/>
              <a:gd name="connsiteY64" fmla="*/ 3429 h 152590"/>
              <a:gd name="connsiteX65" fmla="*/ 412505 w 1228797"/>
              <a:gd name="connsiteY65" fmla="*/ 3429 h 152590"/>
              <a:gd name="connsiteX66" fmla="*/ 418696 w 1228797"/>
              <a:gd name="connsiteY66" fmla="*/ 9715 h 152590"/>
              <a:gd name="connsiteX67" fmla="*/ 418696 w 1228797"/>
              <a:gd name="connsiteY67" fmla="*/ 81153 h 152590"/>
              <a:gd name="connsiteX68" fmla="*/ 378496 w 1228797"/>
              <a:gd name="connsiteY68" fmla="*/ 141799 h 152590"/>
              <a:gd name="connsiteX69" fmla="*/ 353068 w 1228797"/>
              <a:gd name="connsiteY69" fmla="*/ 146933 h 152590"/>
              <a:gd name="connsiteX70" fmla="*/ 327634 w 1228797"/>
              <a:gd name="connsiteY70" fmla="*/ 141836 h 152590"/>
              <a:gd name="connsiteX71" fmla="*/ 287346 w 1228797"/>
              <a:gd name="connsiteY71" fmla="*/ 81248 h 152590"/>
              <a:gd name="connsiteX72" fmla="*/ 287346 w 1228797"/>
              <a:gd name="connsiteY72" fmla="*/ 81153 h 152590"/>
              <a:gd name="connsiteX73" fmla="*/ 287346 w 1228797"/>
              <a:gd name="connsiteY73" fmla="*/ 9715 h 152590"/>
              <a:gd name="connsiteX74" fmla="*/ 293633 w 1228797"/>
              <a:gd name="connsiteY74" fmla="*/ 3429 h 152590"/>
              <a:gd name="connsiteX75" fmla="*/ 6264 w 1228797"/>
              <a:gd name="connsiteY75" fmla="*/ 3333 h 152590"/>
              <a:gd name="connsiteX76" fmla="*/ 18646 w 1228797"/>
              <a:gd name="connsiteY76" fmla="*/ 3333 h 152590"/>
              <a:gd name="connsiteX77" fmla="*/ 23790 w 1228797"/>
              <a:gd name="connsiteY77" fmla="*/ 6000 h 152590"/>
              <a:gd name="connsiteX78" fmla="*/ 61890 w 1228797"/>
              <a:gd name="connsiteY78" fmla="*/ 59817 h 152590"/>
              <a:gd name="connsiteX79" fmla="*/ 67033 w 1228797"/>
              <a:gd name="connsiteY79" fmla="*/ 62388 h 152590"/>
              <a:gd name="connsiteX80" fmla="*/ 72081 w 1228797"/>
              <a:gd name="connsiteY80" fmla="*/ 59817 h 152590"/>
              <a:gd name="connsiteX81" fmla="*/ 110181 w 1228797"/>
              <a:gd name="connsiteY81" fmla="*/ 6000 h 152590"/>
              <a:gd name="connsiteX82" fmla="*/ 115325 w 1228797"/>
              <a:gd name="connsiteY82" fmla="*/ 3333 h 152590"/>
              <a:gd name="connsiteX83" fmla="*/ 127707 w 1228797"/>
              <a:gd name="connsiteY83" fmla="*/ 3333 h 152590"/>
              <a:gd name="connsiteX84" fmla="*/ 134065 w 1228797"/>
              <a:gd name="connsiteY84" fmla="*/ 9548 h 152590"/>
              <a:gd name="connsiteX85" fmla="*/ 132851 w 1228797"/>
              <a:gd name="connsiteY85" fmla="*/ 13335 h 152590"/>
              <a:gd name="connsiteX86" fmla="*/ 81702 w 1228797"/>
              <a:gd name="connsiteY86" fmla="*/ 83724 h 152590"/>
              <a:gd name="connsiteX87" fmla="*/ 79987 w 1228797"/>
              <a:gd name="connsiteY87" fmla="*/ 89154 h 152590"/>
              <a:gd name="connsiteX88" fmla="*/ 79987 w 1228797"/>
              <a:gd name="connsiteY88" fmla="*/ 140684 h 152590"/>
              <a:gd name="connsiteX89" fmla="*/ 73701 w 1228797"/>
              <a:gd name="connsiteY89" fmla="*/ 146970 h 152590"/>
              <a:gd name="connsiteX90" fmla="*/ 60270 w 1228797"/>
              <a:gd name="connsiteY90" fmla="*/ 146970 h 152590"/>
              <a:gd name="connsiteX91" fmla="*/ 53984 w 1228797"/>
              <a:gd name="connsiteY91" fmla="*/ 140684 h 152590"/>
              <a:gd name="connsiteX92" fmla="*/ 53984 w 1228797"/>
              <a:gd name="connsiteY92" fmla="*/ 89154 h 152590"/>
              <a:gd name="connsiteX93" fmla="*/ 52269 w 1228797"/>
              <a:gd name="connsiteY93" fmla="*/ 83724 h 152590"/>
              <a:gd name="connsiteX94" fmla="*/ 1215 w 1228797"/>
              <a:gd name="connsiteY94" fmla="*/ 13335 h 152590"/>
              <a:gd name="connsiteX95" fmla="*/ 2572 w 1228797"/>
              <a:gd name="connsiteY95" fmla="*/ 4549 h 152590"/>
              <a:gd name="connsiteX96" fmla="*/ 6264 w 1228797"/>
              <a:gd name="connsiteY96" fmla="*/ 3333 h 152590"/>
              <a:gd name="connsiteX97" fmla="*/ 1154026 w 1228797"/>
              <a:gd name="connsiteY97" fmla="*/ 3238 h 152590"/>
              <a:gd name="connsiteX98" fmla="*/ 1228797 w 1228797"/>
              <a:gd name="connsiteY98" fmla="*/ 77819 h 152590"/>
              <a:gd name="connsiteX99" fmla="*/ 1228797 w 1228797"/>
              <a:gd name="connsiteY99" fmla="*/ 77914 h 152590"/>
              <a:gd name="connsiteX100" fmla="*/ 1154216 w 1228797"/>
              <a:gd name="connsiteY100" fmla="*/ 152590 h 152590"/>
              <a:gd name="connsiteX101" fmla="*/ 1079445 w 1228797"/>
              <a:gd name="connsiteY101" fmla="*/ 78009 h 152590"/>
              <a:gd name="connsiteX102" fmla="*/ 1154026 w 1228797"/>
              <a:gd name="connsiteY102" fmla="*/ 3238 h 152590"/>
              <a:gd name="connsiteX103" fmla="*/ 646058 w 1228797"/>
              <a:gd name="connsiteY103" fmla="*/ 2096 h 152590"/>
              <a:gd name="connsiteX104" fmla="*/ 659774 w 1228797"/>
              <a:gd name="connsiteY104" fmla="*/ 2096 h 152590"/>
              <a:gd name="connsiteX105" fmla="*/ 666060 w 1228797"/>
              <a:gd name="connsiteY105" fmla="*/ 8382 h 152590"/>
              <a:gd name="connsiteX106" fmla="*/ 666060 w 1228797"/>
              <a:gd name="connsiteY106" fmla="*/ 116491 h 152590"/>
              <a:gd name="connsiteX107" fmla="*/ 672346 w 1228797"/>
              <a:gd name="connsiteY107" fmla="*/ 122778 h 152590"/>
              <a:gd name="connsiteX108" fmla="*/ 750166 w 1228797"/>
              <a:gd name="connsiteY108" fmla="*/ 122778 h 152590"/>
              <a:gd name="connsiteX109" fmla="*/ 756452 w 1228797"/>
              <a:gd name="connsiteY109" fmla="*/ 129064 h 152590"/>
              <a:gd name="connsiteX110" fmla="*/ 756452 w 1228797"/>
              <a:gd name="connsiteY110" fmla="*/ 141733 h 152590"/>
              <a:gd name="connsiteX111" fmla="*/ 750356 w 1228797"/>
              <a:gd name="connsiteY111" fmla="*/ 148019 h 152590"/>
              <a:gd name="connsiteX112" fmla="*/ 750166 w 1228797"/>
              <a:gd name="connsiteY112" fmla="*/ 148019 h 152590"/>
              <a:gd name="connsiteX113" fmla="*/ 646058 w 1228797"/>
              <a:gd name="connsiteY113" fmla="*/ 148019 h 152590"/>
              <a:gd name="connsiteX114" fmla="*/ 639771 w 1228797"/>
              <a:gd name="connsiteY114" fmla="*/ 141733 h 152590"/>
              <a:gd name="connsiteX115" fmla="*/ 639771 w 1228797"/>
              <a:gd name="connsiteY115" fmla="*/ 8382 h 152590"/>
              <a:gd name="connsiteX116" fmla="*/ 646058 w 1228797"/>
              <a:gd name="connsiteY116" fmla="*/ 2096 h 152590"/>
              <a:gd name="connsiteX117" fmla="*/ 995720 w 1228797"/>
              <a:gd name="connsiteY117" fmla="*/ 191 h 152590"/>
              <a:gd name="connsiteX118" fmla="*/ 1040488 w 1228797"/>
              <a:gd name="connsiteY118" fmla="*/ 15621 h 152590"/>
              <a:gd name="connsiteX119" fmla="*/ 1051060 w 1228797"/>
              <a:gd name="connsiteY119" fmla="*/ 25146 h 152590"/>
              <a:gd name="connsiteX120" fmla="*/ 1051251 w 1228797"/>
              <a:gd name="connsiteY120" fmla="*/ 25418 h 152590"/>
              <a:gd name="connsiteX121" fmla="*/ 1049536 w 1228797"/>
              <a:gd name="connsiteY121" fmla="*/ 34004 h 152590"/>
              <a:gd name="connsiteX122" fmla="*/ 1038964 w 1228797"/>
              <a:gd name="connsiteY122" fmla="*/ 41434 h 152590"/>
              <a:gd name="connsiteX123" fmla="*/ 1030867 w 1228797"/>
              <a:gd name="connsiteY123" fmla="*/ 40767 h 152590"/>
              <a:gd name="connsiteX124" fmla="*/ 1028010 w 1228797"/>
              <a:gd name="connsiteY124" fmla="*/ 38100 h 152590"/>
              <a:gd name="connsiteX125" fmla="*/ 1027343 w 1228797"/>
              <a:gd name="connsiteY125" fmla="*/ 37624 h 152590"/>
              <a:gd name="connsiteX126" fmla="*/ 995911 w 1228797"/>
              <a:gd name="connsiteY126" fmla="*/ 26194 h 152590"/>
              <a:gd name="connsiteX127" fmla="*/ 993815 w 1228797"/>
              <a:gd name="connsiteY127" fmla="*/ 26194 h 152590"/>
              <a:gd name="connsiteX128" fmla="*/ 990386 w 1228797"/>
              <a:gd name="connsiteY128" fmla="*/ 26194 h 152590"/>
              <a:gd name="connsiteX129" fmla="*/ 981623 w 1228797"/>
              <a:gd name="connsiteY129" fmla="*/ 28004 h 152590"/>
              <a:gd name="connsiteX130" fmla="*/ 947638 w 1228797"/>
              <a:gd name="connsiteY130" fmla="*/ 64456 h 152590"/>
              <a:gd name="connsiteX131" fmla="*/ 984957 w 1228797"/>
              <a:gd name="connsiteY131" fmla="*/ 123254 h 152590"/>
              <a:gd name="connsiteX132" fmla="*/ 988957 w 1228797"/>
              <a:gd name="connsiteY132" fmla="*/ 124016 h 152590"/>
              <a:gd name="connsiteX133" fmla="*/ 992291 w 1228797"/>
              <a:gd name="connsiteY133" fmla="*/ 122968 h 152590"/>
              <a:gd name="connsiteX134" fmla="*/ 1001816 w 1228797"/>
              <a:gd name="connsiteY134" fmla="*/ 122968 h 152590"/>
              <a:gd name="connsiteX135" fmla="*/ 1009150 w 1228797"/>
              <a:gd name="connsiteY135" fmla="*/ 121920 h 152590"/>
              <a:gd name="connsiteX136" fmla="*/ 1010484 w 1228797"/>
              <a:gd name="connsiteY136" fmla="*/ 121920 h 152590"/>
              <a:gd name="connsiteX137" fmla="*/ 1011817 w 1228797"/>
              <a:gd name="connsiteY137" fmla="*/ 121920 h 152590"/>
              <a:gd name="connsiteX138" fmla="*/ 1017437 w 1228797"/>
              <a:gd name="connsiteY138" fmla="*/ 119920 h 152590"/>
              <a:gd name="connsiteX139" fmla="*/ 1018580 w 1228797"/>
              <a:gd name="connsiteY139" fmla="*/ 119444 h 152590"/>
              <a:gd name="connsiteX140" fmla="*/ 1019723 w 1228797"/>
              <a:gd name="connsiteY140" fmla="*/ 118967 h 152590"/>
              <a:gd name="connsiteX141" fmla="*/ 1020866 w 1228797"/>
              <a:gd name="connsiteY141" fmla="*/ 118396 h 152590"/>
              <a:gd name="connsiteX142" fmla="*/ 1023438 w 1228797"/>
              <a:gd name="connsiteY142" fmla="*/ 117062 h 152590"/>
              <a:gd name="connsiteX143" fmla="*/ 1024200 w 1228797"/>
              <a:gd name="connsiteY143" fmla="*/ 116491 h 152590"/>
              <a:gd name="connsiteX144" fmla="*/ 1041154 w 1228797"/>
              <a:gd name="connsiteY144" fmla="*/ 95345 h 152590"/>
              <a:gd name="connsiteX145" fmla="*/ 1040202 w 1228797"/>
              <a:gd name="connsiteY145" fmla="*/ 90297 h 152590"/>
              <a:gd name="connsiteX146" fmla="*/ 1036106 w 1228797"/>
              <a:gd name="connsiteY146" fmla="*/ 88583 h 152590"/>
              <a:gd name="connsiteX147" fmla="*/ 1008579 w 1228797"/>
              <a:gd name="connsiteY147" fmla="*/ 88583 h 152590"/>
              <a:gd name="connsiteX148" fmla="*/ 1002292 w 1228797"/>
              <a:gd name="connsiteY148" fmla="*/ 82296 h 152590"/>
              <a:gd name="connsiteX149" fmla="*/ 1002292 w 1228797"/>
              <a:gd name="connsiteY149" fmla="*/ 69437 h 152590"/>
              <a:gd name="connsiteX150" fmla="*/ 1002292 w 1228797"/>
              <a:gd name="connsiteY150" fmla="*/ 69245 h 152590"/>
              <a:gd name="connsiteX151" fmla="*/ 1008579 w 1228797"/>
              <a:gd name="connsiteY151" fmla="*/ 63151 h 152590"/>
              <a:gd name="connsiteX152" fmla="*/ 1065729 w 1228797"/>
              <a:gd name="connsiteY152" fmla="*/ 63151 h 152590"/>
              <a:gd name="connsiteX153" fmla="*/ 1066205 w 1228797"/>
              <a:gd name="connsiteY153" fmla="*/ 63151 h 152590"/>
              <a:gd name="connsiteX154" fmla="*/ 1066777 w 1228797"/>
              <a:gd name="connsiteY154" fmla="*/ 63151 h 152590"/>
              <a:gd name="connsiteX155" fmla="*/ 1068205 w 1228797"/>
              <a:gd name="connsiteY155" fmla="*/ 68771 h 152590"/>
              <a:gd name="connsiteX156" fmla="*/ 1068205 w 1228797"/>
              <a:gd name="connsiteY156" fmla="*/ 80391 h 152590"/>
              <a:gd name="connsiteX157" fmla="*/ 1043155 w 1228797"/>
              <a:gd name="connsiteY157" fmla="*/ 136112 h 152590"/>
              <a:gd name="connsiteX158" fmla="*/ 1040869 w 1228797"/>
              <a:gd name="connsiteY158" fmla="*/ 138113 h 152590"/>
              <a:gd name="connsiteX159" fmla="*/ 1039630 w 1228797"/>
              <a:gd name="connsiteY159" fmla="*/ 139065 h 152590"/>
              <a:gd name="connsiteX160" fmla="*/ 1037249 w 1228797"/>
              <a:gd name="connsiteY160" fmla="*/ 140780 h 152590"/>
              <a:gd name="connsiteX161" fmla="*/ 1036011 w 1228797"/>
              <a:gd name="connsiteY161" fmla="*/ 141637 h 152590"/>
              <a:gd name="connsiteX162" fmla="*/ 1033630 w 1228797"/>
              <a:gd name="connsiteY162" fmla="*/ 143161 h 152590"/>
              <a:gd name="connsiteX163" fmla="*/ 1032391 w 1228797"/>
              <a:gd name="connsiteY163" fmla="*/ 143923 h 152590"/>
              <a:gd name="connsiteX164" fmla="*/ 1029915 w 1228797"/>
              <a:gd name="connsiteY164" fmla="*/ 145352 h 152590"/>
              <a:gd name="connsiteX165" fmla="*/ 1029343 w 1228797"/>
              <a:gd name="connsiteY165" fmla="*/ 145352 h 152590"/>
              <a:gd name="connsiteX166" fmla="*/ 1025343 w 1228797"/>
              <a:gd name="connsiteY166" fmla="*/ 147257 h 152590"/>
              <a:gd name="connsiteX167" fmla="*/ 1024676 w 1228797"/>
              <a:gd name="connsiteY167" fmla="*/ 147257 h 152590"/>
              <a:gd name="connsiteX168" fmla="*/ 1022104 w 1228797"/>
              <a:gd name="connsiteY168" fmla="*/ 148209 h 152590"/>
              <a:gd name="connsiteX169" fmla="*/ 1020866 w 1228797"/>
              <a:gd name="connsiteY169" fmla="*/ 148209 h 152590"/>
              <a:gd name="connsiteX170" fmla="*/ 1020104 w 1228797"/>
              <a:gd name="connsiteY170" fmla="*/ 148209 h 152590"/>
              <a:gd name="connsiteX171" fmla="*/ 1018009 w 1228797"/>
              <a:gd name="connsiteY171" fmla="*/ 148971 h 152590"/>
              <a:gd name="connsiteX172" fmla="*/ 1017151 w 1228797"/>
              <a:gd name="connsiteY172" fmla="*/ 148971 h 152590"/>
              <a:gd name="connsiteX173" fmla="*/ 1015913 w 1228797"/>
              <a:gd name="connsiteY173" fmla="*/ 148971 h 152590"/>
              <a:gd name="connsiteX174" fmla="*/ 1015056 w 1228797"/>
              <a:gd name="connsiteY174" fmla="*/ 148971 h 152590"/>
              <a:gd name="connsiteX175" fmla="*/ 1013151 w 1228797"/>
              <a:gd name="connsiteY175" fmla="*/ 149447 h 152590"/>
              <a:gd name="connsiteX176" fmla="*/ 1012103 w 1228797"/>
              <a:gd name="connsiteY176" fmla="*/ 149447 h 152590"/>
              <a:gd name="connsiteX177" fmla="*/ 1010960 w 1228797"/>
              <a:gd name="connsiteY177" fmla="*/ 149447 h 152590"/>
              <a:gd name="connsiteX178" fmla="*/ 1009912 w 1228797"/>
              <a:gd name="connsiteY178" fmla="*/ 149447 h 152590"/>
              <a:gd name="connsiteX179" fmla="*/ 1008103 w 1228797"/>
              <a:gd name="connsiteY179" fmla="*/ 149447 h 152590"/>
              <a:gd name="connsiteX180" fmla="*/ 1006960 w 1228797"/>
              <a:gd name="connsiteY180" fmla="*/ 149447 h 152590"/>
              <a:gd name="connsiteX181" fmla="*/ 1005817 w 1228797"/>
              <a:gd name="connsiteY181" fmla="*/ 149447 h 152590"/>
              <a:gd name="connsiteX182" fmla="*/ 1004578 w 1228797"/>
              <a:gd name="connsiteY182" fmla="*/ 149447 h 152590"/>
              <a:gd name="connsiteX183" fmla="*/ 1002864 w 1228797"/>
              <a:gd name="connsiteY183" fmla="*/ 149447 h 152590"/>
              <a:gd name="connsiteX184" fmla="*/ 995720 w 1228797"/>
              <a:gd name="connsiteY184" fmla="*/ 149447 h 152590"/>
              <a:gd name="connsiteX185" fmla="*/ 990386 w 1228797"/>
              <a:gd name="connsiteY185" fmla="*/ 149447 h 152590"/>
              <a:gd name="connsiteX186" fmla="*/ 918425 w 1228797"/>
              <a:gd name="connsiteY186" fmla="*/ 72152 h 152590"/>
              <a:gd name="connsiteX187" fmla="*/ 995720 w 1228797"/>
              <a:gd name="connsiteY187" fmla="*/ 191 h 152590"/>
              <a:gd name="connsiteX188" fmla="*/ 836558 w 1228797"/>
              <a:gd name="connsiteY188" fmla="*/ 191 h 152590"/>
              <a:gd name="connsiteX189" fmla="*/ 911234 w 1228797"/>
              <a:gd name="connsiteY189" fmla="*/ 74867 h 152590"/>
              <a:gd name="connsiteX190" fmla="*/ 836558 w 1228797"/>
              <a:gd name="connsiteY190" fmla="*/ 149543 h 152590"/>
              <a:gd name="connsiteX191" fmla="*/ 761882 w 1228797"/>
              <a:gd name="connsiteY191" fmla="*/ 74867 h 152590"/>
              <a:gd name="connsiteX192" fmla="*/ 836558 w 1228797"/>
              <a:gd name="connsiteY192" fmla="*/ 191 h 152590"/>
              <a:gd name="connsiteX193" fmla="*/ 200954 w 1228797"/>
              <a:gd name="connsiteY193" fmla="*/ 0 h 152590"/>
              <a:gd name="connsiteX194" fmla="*/ 275821 w 1228797"/>
              <a:gd name="connsiteY194" fmla="*/ 74867 h 152590"/>
              <a:gd name="connsiteX195" fmla="*/ 200954 w 1228797"/>
              <a:gd name="connsiteY195" fmla="*/ 149733 h 152590"/>
              <a:gd name="connsiteX196" fmla="*/ 126088 w 1228797"/>
              <a:gd name="connsiteY196" fmla="*/ 74867 h 152590"/>
              <a:gd name="connsiteX197" fmla="*/ 200954 w 1228797"/>
              <a:gd name="connsiteY197" fmla="*/ 0 h 152590"/>
            </a:gdLst>
            <a:rect l="l" t="t" r="r" b="b"/>
            <a:pathLst>
              <a:path w="1228797" h="152590">
                <a:moveTo>
                  <a:pt x="353068" y="146933"/>
                </a:moveTo>
                <a:lnTo>
                  <a:pt x="353259" y="146971"/>
                </a:lnTo>
                <a:lnTo>
                  <a:pt x="352878" y="146971"/>
                </a:lnTo>
                <a:close/>
                <a:moveTo>
                  <a:pt x="463654" y="28766"/>
                </a:moveTo>
                <a:cubicBezTo>
                  <a:pt x="460187" y="28766"/>
                  <a:pt x="457368" y="31580"/>
                  <a:pt x="457368" y="35052"/>
                </a:cubicBezTo>
                <a:lnTo>
                  <a:pt x="457368" y="66866"/>
                </a:lnTo>
                <a:cubicBezTo>
                  <a:pt x="457311" y="70284"/>
                  <a:pt x="460044" y="73099"/>
                  <a:pt x="463464" y="73152"/>
                </a:cubicBezTo>
                <a:cubicBezTo>
                  <a:pt x="463530" y="73153"/>
                  <a:pt x="463588" y="73153"/>
                  <a:pt x="463654" y="73152"/>
                </a:cubicBezTo>
                <a:lnTo>
                  <a:pt x="502611" y="73152"/>
                </a:lnTo>
                <a:cubicBezTo>
                  <a:pt x="514613" y="73223"/>
                  <a:pt x="524576" y="63892"/>
                  <a:pt x="525281" y="51911"/>
                </a:cubicBezTo>
                <a:cubicBezTo>
                  <a:pt x="525910" y="39775"/>
                  <a:pt x="516585" y="29427"/>
                  <a:pt x="504450" y="28795"/>
                </a:cubicBezTo>
                <a:cubicBezTo>
                  <a:pt x="504031" y="28773"/>
                  <a:pt x="503602" y="28763"/>
                  <a:pt x="503183" y="28766"/>
                </a:cubicBezTo>
                <a:close/>
                <a:moveTo>
                  <a:pt x="1154216" y="28194"/>
                </a:moveTo>
                <a:lnTo>
                  <a:pt x="1154216" y="28765"/>
                </a:lnTo>
                <a:cubicBezTo>
                  <a:pt x="1127022" y="28713"/>
                  <a:pt x="1104934" y="50717"/>
                  <a:pt x="1104877" y="77914"/>
                </a:cubicBezTo>
                <a:cubicBezTo>
                  <a:pt x="1104820" y="105111"/>
                  <a:pt x="1126832" y="127201"/>
                  <a:pt x="1154026" y="127254"/>
                </a:cubicBezTo>
                <a:cubicBezTo>
                  <a:pt x="1181220" y="127306"/>
                  <a:pt x="1203308" y="105301"/>
                  <a:pt x="1203365" y="78105"/>
                </a:cubicBezTo>
                <a:cubicBezTo>
                  <a:pt x="1203365" y="78073"/>
                  <a:pt x="1203365" y="78041"/>
                  <a:pt x="1203365" y="78009"/>
                </a:cubicBezTo>
                <a:cubicBezTo>
                  <a:pt x="1203632" y="50761"/>
                  <a:pt x="1181753" y="28458"/>
                  <a:pt x="1154502" y="28195"/>
                </a:cubicBezTo>
                <a:cubicBezTo>
                  <a:pt x="1154407" y="28195"/>
                  <a:pt x="1154312" y="28194"/>
                  <a:pt x="1154216" y="28194"/>
                </a:cubicBezTo>
                <a:close/>
                <a:moveTo>
                  <a:pt x="836558" y="25718"/>
                </a:moveTo>
                <a:cubicBezTo>
                  <a:pt x="809364" y="25718"/>
                  <a:pt x="787314" y="47766"/>
                  <a:pt x="787314" y="74962"/>
                </a:cubicBezTo>
                <a:cubicBezTo>
                  <a:pt x="787314" y="102159"/>
                  <a:pt x="809364" y="124207"/>
                  <a:pt x="836558" y="124207"/>
                </a:cubicBezTo>
                <a:cubicBezTo>
                  <a:pt x="863752" y="124207"/>
                  <a:pt x="885802" y="102159"/>
                  <a:pt x="885802" y="74962"/>
                </a:cubicBezTo>
                <a:cubicBezTo>
                  <a:pt x="885802" y="74931"/>
                  <a:pt x="885802" y="74898"/>
                  <a:pt x="885802" y="74867"/>
                </a:cubicBezTo>
                <a:cubicBezTo>
                  <a:pt x="885745" y="47707"/>
                  <a:pt x="863714" y="25718"/>
                  <a:pt x="836558" y="25718"/>
                </a:cubicBezTo>
                <a:close/>
                <a:moveTo>
                  <a:pt x="200954" y="25527"/>
                </a:moveTo>
                <a:lnTo>
                  <a:pt x="200954" y="25908"/>
                </a:lnTo>
                <a:cubicBezTo>
                  <a:pt x="173652" y="25856"/>
                  <a:pt x="151477" y="47945"/>
                  <a:pt x="151424" y="75248"/>
                </a:cubicBezTo>
                <a:cubicBezTo>
                  <a:pt x="151372" y="102550"/>
                  <a:pt x="173462" y="124725"/>
                  <a:pt x="200764" y="124778"/>
                </a:cubicBezTo>
                <a:cubicBezTo>
                  <a:pt x="228063" y="124830"/>
                  <a:pt x="250237" y="102740"/>
                  <a:pt x="250294" y="75438"/>
                </a:cubicBezTo>
                <a:cubicBezTo>
                  <a:pt x="250294" y="75374"/>
                  <a:pt x="250294" y="75311"/>
                  <a:pt x="250294" y="75248"/>
                </a:cubicBezTo>
                <a:cubicBezTo>
                  <a:pt x="250456" y="47946"/>
                  <a:pt x="228444" y="25686"/>
                  <a:pt x="201145" y="25528"/>
                </a:cubicBezTo>
                <a:cubicBezTo>
                  <a:pt x="201078" y="25527"/>
                  <a:pt x="201021" y="25527"/>
                  <a:pt x="200954" y="25527"/>
                </a:cubicBezTo>
                <a:close/>
                <a:moveTo>
                  <a:pt x="437841" y="3429"/>
                </a:moveTo>
                <a:lnTo>
                  <a:pt x="502040" y="3429"/>
                </a:lnTo>
                <a:cubicBezTo>
                  <a:pt x="514623" y="3414"/>
                  <a:pt x="526748" y="8180"/>
                  <a:pt x="535949" y="16764"/>
                </a:cubicBezTo>
                <a:cubicBezTo>
                  <a:pt x="545074" y="25190"/>
                  <a:pt x="550427" y="36928"/>
                  <a:pt x="550808" y="49340"/>
                </a:cubicBezTo>
                <a:cubicBezTo>
                  <a:pt x="551303" y="66268"/>
                  <a:pt x="542883" y="82215"/>
                  <a:pt x="528615" y="91345"/>
                </a:cubicBezTo>
                <a:cubicBezTo>
                  <a:pt x="525881" y="92959"/>
                  <a:pt x="524852" y="96397"/>
                  <a:pt x="526233" y="99251"/>
                </a:cubicBezTo>
                <a:lnTo>
                  <a:pt x="544712" y="138017"/>
                </a:lnTo>
                <a:cubicBezTo>
                  <a:pt x="546188" y="141161"/>
                  <a:pt x="544826" y="144904"/>
                  <a:pt x="541683" y="146377"/>
                </a:cubicBezTo>
                <a:cubicBezTo>
                  <a:pt x="540845" y="146772"/>
                  <a:pt x="539930" y="146974"/>
                  <a:pt x="538997" y="146971"/>
                </a:cubicBezTo>
                <a:lnTo>
                  <a:pt x="525567" y="146971"/>
                </a:lnTo>
                <a:cubicBezTo>
                  <a:pt x="523166" y="146983"/>
                  <a:pt x="520976" y="145611"/>
                  <a:pt x="519947" y="143447"/>
                </a:cubicBezTo>
                <a:lnTo>
                  <a:pt x="500230" y="102203"/>
                </a:lnTo>
                <a:cubicBezTo>
                  <a:pt x="499221" y="100023"/>
                  <a:pt x="497011" y="98643"/>
                  <a:pt x="494611" y="98679"/>
                </a:cubicBezTo>
                <a:lnTo>
                  <a:pt x="463654" y="98679"/>
                </a:lnTo>
                <a:cubicBezTo>
                  <a:pt x="460235" y="98626"/>
                  <a:pt x="457425" y="101355"/>
                  <a:pt x="457368" y="104773"/>
                </a:cubicBezTo>
                <a:cubicBezTo>
                  <a:pt x="457368" y="104838"/>
                  <a:pt x="457368" y="104902"/>
                  <a:pt x="457368" y="104966"/>
                </a:cubicBezTo>
                <a:lnTo>
                  <a:pt x="457368" y="140684"/>
                </a:lnTo>
                <a:cubicBezTo>
                  <a:pt x="457368" y="144156"/>
                  <a:pt x="454558" y="146971"/>
                  <a:pt x="451081" y="146971"/>
                </a:cubicBezTo>
                <a:lnTo>
                  <a:pt x="437841" y="146971"/>
                </a:lnTo>
                <a:cubicBezTo>
                  <a:pt x="434365" y="146971"/>
                  <a:pt x="431555" y="144156"/>
                  <a:pt x="431555" y="140684"/>
                </a:cubicBezTo>
                <a:lnTo>
                  <a:pt x="431555" y="9716"/>
                </a:lnTo>
                <a:cubicBezTo>
                  <a:pt x="431603" y="6265"/>
                  <a:pt x="434393" y="3480"/>
                  <a:pt x="437841" y="3429"/>
                </a:cubicBezTo>
                <a:close/>
                <a:moveTo>
                  <a:pt x="293633" y="3429"/>
                </a:moveTo>
                <a:lnTo>
                  <a:pt x="306777" y="3429"/>
                </a:lnTo>
                <a:cubicBezTo>
                  <a:pt x="310101" y="3631"/>
                  <a:pt x="312692" y="6387"/>
                  <a:pt x="312683" y="9715"/>
                </a:cubicBezTo>
                <a:lnTo>
                  <a:pt x="312683" y="80677"/>
                </a:lnTo>
                <a:cubicBezTo>
                  <a:pt x="311454" y="102842"/>
                  <a:pt x="328427" y="121805"/>
                  <a:pt x="350592" y="123032"/>
                </a:cubicBezTo>
                <a:cubicBezTo>
                  <a:pt x="372757" y="124258"/>
                  <a:pt x="391721" y="107284"/>
                  <a:pt x="392950" y="85118"/>
                </a:cubicBezTo>
                <a:cubicBezTo>
                  <a:pt x="393026" y="83830"/>
                  <a:pt x="393035" y="82538"/>
                  <a:pt x="392978" y="81248"/>
                </a:cubicBezTo>
                <a:lnTo>
                  <a:pt x="392978" y="9715"/>
                </a:lnTo>
                <a:cubicBezTo>
                  <a:pt x="393026" y="6265"/>
                  <a:pt x="395817" y="3480"/>
                  <a:pt x="399265" y="3429"/>
                </a:cubicBezTo>
                <a:lnTo>
                  <a:pt x="412505" y="3429"/>
                </a:lnTo>
                <a:cubicBezTo>
                  <a:pt x="415943" y="3481"/>
                  <a:pt x="418696" y="6281"/>
                  <a:pt x="418696" y="9715"/>
                </a:cubicBezTo>
                <a:lnTo>
                  <a:pt x="418696" y="81153"/>
                </a:lnTo>
                <a:cubicBezTo>
                  <a:pt x="418696" y="108416"/>
                  <a:pt x="402119" y="131807"/>
                  <a:pt x="378496" y="141799"/>
                </a:cubicBezTo>
                <a:lnTo>
                  <a:pt x="353068" y="146933"/>
                </a:lnTo>
                <a:lnTo>
                  <a:pt x="327634" y="141836"/>
                </a:lnTo>
                <a:cubicBezTo>
                  <a:pt x="303998" y="131878"/>
                  <a:pt x="287389" y="108511"/>
                  <a:pt x="287346" y="81248"/>
                </a:cubicBezTo>
                <a:cubicBezTo>
                  <a:pt x="287346" y="81217"/>
                  <a:pt x="287346" y="81184"/>
                  <a:pt x="287346" y="81153"/>
                </a:cubicBezTo>
                <a:lnTo>
                  <a:pt x="287346" y="9715"/>
                </a:lnTo>
                <a:cubicBezTo>
                  <a:pt x="287394" y="6265"/>
                  <a:pt x="290184" y="3480"/>
                  <a:pt x="293633" y="3429"/>
                </a:cubicBezTo>
                <a:close/>
                <a:moveTo>
                  <a:pt x="6264" y="3333"/>
                </a:moveTo>
                <a:lnTo>
                  <a:pt x="18646" y="3333"/>
                </a:lnTo>
                <a:cubicBezTo>
                  <a:pt x="20692" y="3332"/>
                  <a:pt x="22611" y="4327"/>
                  <a:pt x="23790" y="6000"/>
                </a:cubicBezTo>
                <a:lnTo>
                  <a:pt x="61890" y="59817"/>
                </a:lnTo>
                <a:cubicBezTo>
                  <a:pt x="63109" y="61430"/>
                  <a:pt x="65011" y="62381"/>
                  <a:pt x="67033" y="62388"/>
                </a:cubicBezTo>
                <a:cubicBezTo>
                  <a:pt x="69032" y="62397"/>
                  <a:pt x="70913" y="61439"/>
                  <a:pt x="72081" y="59817"/>
                </a:cubicBezTo>
                <a:lnTo>
                  <a:pt x="110181" y="6000"/>
                </a:lnTo>
                <a:cubicBezTo>
                  <a:pt x="111360" y="4327"/>
                  <a:pt x="113279" y="3332"/>
                  <a:pt x="115325" y="3333"/>
                </a:cubicBezTo>
                <a:lnTo>
                  <a:pt x="127707" y="3333"/>
                </a:lnTo>
                <a:cubicBezTo>
                  <a:pt x="131179" y="3293"/>
                  <a:pt x="134026" y="6076"/>
                  <a:pt x="134065" y="9548"/>
                </a:cubicBezTo>
                <a:cubicBezTo>
                  <a:pt x="134082" y="10908"/>
                  <a:pt x="133655" y="12237"/>
                  <a:pt x="132851" y="13335"/>
                </a:cubicBezTo>
                <a:lnTo>
                  <a:pt x="81702" y="83724"/>
                </a:lnTo>
                <a:cubicBezTo>
                  <a:pt x="80555" y="85300"/>
                  <a:pt x="79953" y="87206"/>
                  <a:pt x="79987" y="89154"/>
                </a:cubicBezTo>
                <a:lnTo>
                  <a:pt x="79987" y="140684"/>
                </a:lnTo>
                <a:cubicBezTo>
                  <a:pt x="79987" y="144156"/>
                  <a:pt x="77172" y="146970"/>
                  <a:pt x="73701" y="146970"/>
                </a:cubicBezTo>
                <a:lnTo>
                  <a:pt x="60270" y="146970"/>
                </a:lnTo>
                <a:cubicBezTo>
                  <a:pt x="56798" y="146970"/>
                  <a:pt x="53984" y="144156"/>
                  <a:pt x="53984" y="140684"/>
                </a:cubicBezTo>
                <a:lnTo>
                  <a:pt x="53984" y="89154"/>
                </a:lnTo>
                <a:cubicBezTo>
                  <a:pt x="54018" y="87206"/>
                  <a:pt x="53416" y="85300"/>
                  <a:pt x="52269" y="83724"/>
                </a:cubicBezTo>
                <a:lnTo>
                  <a:pt x="1215" y="13335"/>
                </a:lnTo>
                <a:cubicBezTo>
                  <a:pt x="-836" y="10533"/>
                  <a:pt x="-229" y="6600"/>
                  <a:pt x="2572" y="4549"/>
                </a:cubicBezTo>
                <a:cubicBezTo>
                  <a:pt x="3643" y="3764"/>
                  <a:pt x="4936" y="3338"/>
                  <a:pt x="6264" y="3333"/>
                </a:cubicBezTo>
                <a:close/>
                <a:moveTo>
                  <a:pt x="1154026" y="3238"/>
                </a:moveTo>
                <a:cubicBezTo>
                  <a:pt x="1195269" y="3186"/>
                  <a:pt x="1228740" y="36577"/>
                  <a:pt x="1228797" y="77819"/>
                </a:cubicBezTo>
                <a:cubicBezTo>
                  <a:pt x="1228797" y="77850"/>
                  <a:pt x="1228797" y="77883"/>
                  <a:pt x="1228797" y="77914"/>
                </a:cubicBezTo>
                <a:cubicBezTo>
                  <a:pt x="1228740" y="119097"/>
                  <a:pt x="1195402" y="152485"/>
                  <a:pt x="1154216" y="152590"/>
                </a:cubicBezTo>
                <a:cubicBezTo>
                  <a:pt x="1112973" y="152642"/>
                  <a:pt x="1079502" y="119252"/>
                  <a:pt x="1079445" y="78009"/>
                </a:cubicBezTo>
                <a:cubicBezTo>
                  <a:pt x="1079388" y="36767"/>
                  <a:pt x="1112783" y="3290"/>
                  <a:pt x="1154026" y="3238"/>
                </a:cubicBezTo>
                <a:close/>
                <a:moveTo>
                  <a:pt x="646058" y="2096"/>
                </a:moveTo>
                <a:lnTo>
                  <a:pt x="659774" y="2096"/>
                </a:lnTo>
                <a:cubicBezTo>
                  <a:pt x="663250" y="2096"/>
                  <a:pt x="666060" y="4911"/>
                  <a:pt x="666060" y="8382"/>
                </a:cubicBezTo>
                <a:lnTo>
                  <a:pt x="666060" y="116491"/>
                </a:lnTo>
                <a:cubicBezTo>
                  <a:pt x="666060" y="119963"/>
                  <a:pt x="668870" y="122778"/>
                  <a:pt x="672346" y="122778"/>
                </a:cubicBezTo>
                <a:lnTo>
                  <a:pt x="750166" y="122778"/>
                </a:lnTo>
                <a:cubicBezTo>
                  <a:pt x="753633" y="122778"/>
                  <a:pt x="756452" y="125592"/>
                  <a:pt x="756452" y="129064"/>
                </a:cubicBezTo>
                <a:lnTo>
                  <a:pt x="756452" y="141733"/>
                </a:lnTo>
                <a:cubicBezTo>
                  <a:pt x="756509" y="145151"/>
                  <a:pt x="753776" y="147966"/>
                  <a:pt x="750356" y="148019"/>
                </a:cubicBezTo>
                <a:cubicBezTo>
                  <a:pt x="750290" y="148020"/>
                  <a:pt x="750232" y="148020"/>
                  <a:pt x="750166" y="148019"/>
                </a:cubicBezTo>
                <a:lnTo>
                  <a:pt x="646058" y="148019"/>
                </a:lnTo>
                <a:cubicBezTo>
                  <a:pt x="642581" y="148019"/>
                  <a:pt x="639771" y="145204"/>
                  <a:pt x="639771" y="141733"/>
                </a:cubicBezTo>
                <a:lnTo>
                  <a:pt x="639771" y="8382"/>
                </a:lnTo>
                <a:cubicBezTo>
                  <a:pt x="639819" y="4932"/>
                  <a:pt x="642609" y="2147"/>
                  <a:pt x="646058" y="2096"/>
                </a:cubicBezTo>
                <a:close/>
                <a:moveTo>
                  <a:pt x="995720" y="191"/>
                </a:moveTo>
                <a:cubicBezTo>
                  <a:pt x="1011922" y="355"/>
                  <a:pt x="1027629" y="5769"/>
                  <a:pt x="1040488" y="15621"/>
                </a:cubicBezTo>
                <a:cubicBezTo>
                  <a:pt x="1044298" y="18466"/>
                  <a:pt x="1047831" y="21654"/>
                  <a:pt x="1051060" y="25146"/>
                </a:cubicBezTo>
                <a:cubicBezTo>
                  <a:pt x="1051127" y="25235"/>
                  <a:pt x="1051194" y="25326"/>
                  <a:pt x="1051251" y="25418"/>
                </a:cubicBezTo>
                <a:cubicBezTo>
                  <a:pt x="1053146" y="28264"/>
                  <a:pt x="1052384" y="32107"/>
                  <a:pt x="1049536" y="34004"/>
                </a:cubicBezTo>
                <a:lnTo>
                  <a:pt x="1038964" y="41434"/>
                </a:lnTo>
                <a:cubicBezTo>
                  <a:pt x="1036478" y="43261"/>
                  <a:pt x="1033020" y="42976"/>
                  <a:pt x="1030867" y="40767"/>
                </a:cubicBezTo>
                <a:cubicBezTo>
                  <a:pt x="1029962" y="39830"/>
                  <a:pt x="1029010" y="38939"/>
                  <a:pt x="1028010" y="38100"/>
                </a:cubicBezTo>
                <a:cubicBezTo>
                  <a:pt x="1027753" y="37997"/>
                  <a:pt x="1027524" y="37834"/>
                  <a:pt x="1027343" y="37624"/>
                </a:cubicBezTo>
                <a:cubicBezTo>
                  <a:pt x="1018532" y="30242"/>
                  <a:pt x="1007407" y="26196"/>
                  <a:pt x="995911" y="26194"/>
                </a:cubicBezTo>
                <a:lnTo>
                  <a:pt x="993815" y="26194"/>
                </a:lnTo>
                <a:cubicBezTo>
                  <a:pt x="992672" y="26099"/>
                  <a:pt x="991529" y="26099"/>
                  <a:pt x="990386" y="26194"/>
                </a:cubicBezTo>
                <a:cubicBezTo>
                  <a:pt x="987414" y="26512"/>
                  <a:pt x="984481" y="27118"/>
                  <a:pt x="981623" y="28004"/>
                </a:cubicBezTo>
                <a:cubicBezTo>
                  <a:pt x="964526" y="33101"/>
                  <a:pt x="951524" y="47046"/>
                  <a:pt x="947638" y="64456"/>
                </a:cubicBezTo>
                <a:cubicBezTo>
                  <a:pt x="941704" y="90998"/>
                  <a:pt x="958411" y="117323"/>
                  <a:pt x="984957" y="123254"/>
                </a:cubicBezTo>
                <a:lnTo>
                  <a:pt x="988957" y="124016"/>
                </a:lnTo>
                <a:lnTo>
                  <a:pt x="992291" y="122968"/>
                </a:lnTo>
                <a:lnTo>
                  <a:pt x="1001816" y="122968"/>
                </a:lnTo>
                <a:cubicBezTo>
                  <a:pt x="1004274" y="122753"/>
                  <a:pt x="1006731" y="122403"/>
                  <a:pt x="1009150" y="121920"/>
                </a:cubicBezTo>
                <a:lnTo>
                  <a:pt x="1010484" y="121920"/>
                </a:lnTo>
                <a:lnTo>
                  <a:pt x="1011817" y="121920"/>
                </a:lnTo>
                <a:lnTo>
                  <a:pt x="1017437" y="119920"/>
                </a:lnTo>
                <a:lnTo>
                  <a:pt x="1018580" y="119444"/>
                </a:lnTo>
                <a:lnTo>
                  <a:pt x="1019723" y="118967"/>
                </a:lnTo>
                <a:lnTo>
                  <a:pt x="1020866" y="118396"/>
                </a:lnTo>
                <a:lnTo>
                  <a:pt x="1023438" y="117062"/>
                </a:lnTo>
                <a:lnTo>
                  <a:pt x="1024200" y="116491"/>
                </a:lnTo>
                <a:cubicBezTo>
                  <a:pt x="1031496" y="110931"/>
                  <a:pt x="1037316" y="103671"/>
                  <a:pt x="1041154" y="95345"/>
                </a:cubicBezTo>
                <a:cubicBezTo>
                  <a:pt x="1041764" y="93613"/>
                  <a:pt x="1041393" y="91690"/>
                  <a:pt x="1040202" y="90297"/>
                </a:cubicBezTo>
                <a:cubicBezTo>
                  <a:pt x="1039135" y="89178"/>
                  <a:pt x="1037649" y="88556"/>
                  <a:pt x="1036106" y="88583"/>
                </a:cubicBezTo>
                <a:lnTo>
                  <a:pt x="1008579" y="88583"/>
                </a:lnTo>
                <a:cubicBezTo>
                  <a:pt x="1005102" y="88583"/>
                  <a:pt x="1002292" y="85768"/>
                  <a:pt x="1002292" y="82296"/>
                </a:cubicBezTo>
                <a:lnTo>
                  <a:pt x="1002292" y="69437"/>
                </a:lnTo>
                <a:cubicBezTo>
                  <a:pt x="1002292" y="69373"/>
                  <a:pt x="1002292" y="69310"/>
                  <a:pt x="1002292" y="69245"/>
                </a:cubicBezTo>
                <a:cubicBezTo>
                  <a:pt x="1002350" y="65826"/>
                  <a:pt x="1005159" y="63097"/>
                  <a:pt x="1008579" y="63151"/>
                </a:cubicBezTo>
                <a:lnTo>
                  <a:pt x="1065729" y="63151"/>
                </a:lnTo>
                <a:lnTo>
                  <a:pt x="1066205" y="63151"/>
                </a:lnTo>
                <a:lnTo>
                  <a:pt x="1066777" y="63151"/>
                </a:lnTo>
                <a:cubicBezTo>
                  <a:pt x="1068139" y="64680"/>
                  <a:pt x="1068672" y="66776"/>
                  <a:pt x="1068205" y="68771"/>
                </a:cubicBezTo>
                <a:lnTo>
                  <a:pt x="1068205" y="80391"/>
                </a:lnTo>
                <a:cubicBezTo>
                  <a:pt x="1068244" y="101700"/>
                  <a:pt x="1059119" y="121997"/>
                  <a:pt x="1043155" y="136112"/>
                </a:cubicBezTo>
                <a:lnTo>
                  <a:pt x="1040869" y="138113"/>
                </a:lnTo>
                <a:lnTo>
                  <a:pt x="1039630" y="139065"/>
                </a:lnTo>
                <a:cubicBezTo>
                  <a:pt x="1038878" y="139697"/>
                  <a:pt x="1038087" y="140270"/>
                  <a:pt x="1037249" y="140780"/>
                </a:cubicBezTo>
                <a:lnTo>
                  <a:pt x="1036011" y="141637"/>
                </a:lnTo>
                <a:lnTo>
                  <a:pt x="1033630" y="143161"/>
                </a:lnTo>
                <a:lnTo>
                  <a:pt x="1032391" y="143923"/>
                </a:lnTo>
                <a:lnTo>
                  <a:pt x="1029915" y="145352"/>
                </a:lnTo>
                <a:lnTo>
                  <a:pt x="1029343" y="145352"/>
                </a:lnTo>
                <a:lnTo>
                  <a:pt x="1025343" y="147257"/>
                </a:lnTo>
                <a:lnTo>
                  <a:pt x="1024676" y="147257"/>
                </a:lnTo>
                <a:lnTo>
                  <a:pt x="1022104" y="148209"/>
                </a:lnTo>
                <a:lnTo>
                  <a:pt x="1020866" y="148209"/>
                </a:lnTo>
                <a:lnTo>
                  <a:pt x="1020104" y="148209"/>
                </a:lnTo>
                <a:lnTo>
                  <a:pt x="1018009" y="148971"/>
                </a:lnTo>
                <a:lnTo>
                  <a:pt x="1017151" y="148971"/>
                </a:lnTo>
                <a:lnTo>
                  <a:pt x="1015913" y="148971"/>
                </a:lnTo>
                <a:lnTo>
                  <a:pt x="1015056" y="148971"/>
                </a:lnTo>
                <a:lnTo>
                  <a:pt x="1013151" y="149447"/>
                </a:lnTo>
                <a:lnTo>
                  <a:pt x="1012103" y="149447"/>
                </a:lnTo>
                <a:lnTo>
                  <a:pt x="1010960" y="149447"/>
                </a:lnTo>
                <a:lnTo>
                  <a:pt x="1009912" y="149447"/>
                </a:lnTo>
                <a:lnTo>
                  <a:pt x="1008103" y="149447"/>
                </a:lnTo>
                <a:lnTo>
                  <a:pt x="1006960" y="149447"/>
                </a:lnTo>
                <a:lnTo>
                  <a:pt x="1005817" y="149447"/>
                </a:lnTo>
                <a:lnTo>
                  <a:pt x="1004578" y="149447"/>
                </a:lnTo>
                <a:lnTo>
                  <a:pt x="1002864" y="149447"/>
                </a:lnTo>
                <a:lnTo>
                  <a:pt x="995720" y="149447"/>
                </a:lnTo>
                <a:cubicBezTo>
                  <a:pt x="993939" y="149511"/>
                  <a:pt x="992167" y="149511"/>
                  <a:pt x="990386" y="149447"/>
                </a:cubicBezTo>
                <a:cubicBezTo>
                  <a:pt x="949171" y="147975"/>
                  <a:pt x="916948" y="113368"/>
                  <a:pt x="918425" y="72152"/>
                </a:cubicBezTo>
                <a:cubicBezTo>
                  <a:pt x="919901" y="30936"/>
                  <a:pt x="954505" y="-1282"/>
                  <a:pt x="995720" y="191"/>
                </a:cubicBezTo>
                <a:close/>
                <a:moveTo>
                  <a:pt x="836558" y="191"/>
                </a:moveTo>
                <a:cubicBezTo>
                  <a:pt x="877801" y="191"/>
                  <a:pt x="911234" y="33625"/>
                  <a:pt x="911234" y="74867"/>
                </a:cubicBezTo>
                <a:cubicBezTo>
                  <a:pt x="911234" y="116109"/>
                  <a:pt x="877801" y="149543"/>
                  <a:pt x="836558" y="149543"/>
                </a:cubicBezTo>
                <a:cubicBezTo>
                  <a:pt x="795315" y="149543"/>
                  <a:pt x="761882" y="116109"/>
                  <a:pt x="761882" y="74867"/>
                </a:cubicBezTo>
                <a:cubicBezTo>
                  <a:pt x="761882" y="33625"/>
                  <a:pt x="795315" y="191"/>
                  <a:pt x="836558" y="191"/>
                </a:cubicBezTo>
                <a:close/>
                <a:moveTo>
                  <a:pt x="200954" y="0"/>
                </a:moveTo>
                <a:cubicBezTo>
                  <a:pt x="242302" y="0"/>
                  <a:pt x="275821" y="33518"/>
                  <a:pt x="275821" y="74867"/>
                </a:cubicBezTo>
                <a:cubicBezTo>
                  <a:pt x="275821" y="116215"/>
                  <a:pt x="242302" y="149733"/>
                  <a:pt x="200954" y="149733"/>
                </a:cubicBezTo>
                <a:cubicBezTo>
                  <a:pt x="159606" y="149733"/>
                  <a:pt x="126088" y="116215"/>
                  <a:pt x="126088" y="74867"/>
                </a:cubicBezTo>
                <a:cubicBezTo>
                  <a:pt x="126088" y="33518"/>
                  <a:pt x="159606" y="0"/>
                  <a:pt x="200954" y="0"/>
                </a:cubicBezTo>
                <a:close/>
              </a:path>
            </a:pathLst>
          </a:custGeom>
          <a:solidFill>
            <a:schemeClr val="accent1"/>
          </a:solidFill>
          <a:ln w="9525" cap="flat">
            <a:noFill/>
            <a:miter/>
          </a:ln>
        </p:spPr>
        <p:txBody>
          <a:bodyPr vert="horz" wrap="square" lIns="91440" tIns="45720" rIns="91440" bIns="45720" rtlCol="0" anchor="ctr"/>
          <a:lstStyle/>
          <a:p>
            <a:pPr algn="l"/>
            <a:endParaRPr kumimoji="1" lang="zh-CN" altLang="en-US"/>
          </a:p>
        </p:txBody>
      </p:sp>
      <p:grpSp>
        <p:nvGrpSpPr>
          <p:cNvPr id="4" name=""/>
          <p:cNvGrpSpPr/>
          <p:nvPr/>
        </p:nvGrpSpPr>
        <p:grpSpPr>
          <a:xfrm>
            <a:off x="6096000" y="5375556"/>
            <a:ext cx="4101725" cy="373261"/>
            <a:chOff x="6096000" y="5375556"/>
            <a:chExt cx="4101725" cy="373261"/>
          </a:xfrm>
        </p:grpSpPr>
        <p:sp>
          <p:nvSpPr>
            <p:cNvPr id="5" name="标题 1"/>
            <p:cNvSpPr txBox="1"/>
            <p:nvPr/>
          </p:nvSpPr>
          <p:spPr>
            <a:xfrm rot="0" flipH="0" flipV="0">
              <a:off x="6096000" y="5386867"/>
              <a:ext cx="4101725" cy="361950"/>
            </a:xfrm>
            <a:prstGeom prst="roundRect">
              <a:avLst>
                <a:gd name="adj" fmla="val 50000"/>
              </a:avLst>
            </a:pr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6" name="标题 1"/>
            <p:cNvSpPr txBox="1"/>
            <p:nvPr/>
          </p:nvSpPr>
          <p:spPr>
            <a:xfrm rot="0" flipH="0" flipV="0">
              <a:off x="6104768" y="5375556"/>
              <a:ext cx="4084190" cy="369332"/>
            </a:xfrm>
            <a:prstGeom prst="rect">
              <a:avLst/>
            </a:prstGeom>
            <a:noFill/>
            <a:ln>
              <a:noFill/>
            </a:ln>
          </p:spPr>
          <p:txBody>
            <a:bodyPr vert="horz" wrap="square" lIns="91440" tIns="45720" rIns="91440" bIns="45720" rtlCol="0" anchor="t"/>
            <a:lstStyle/>
            <a:p>
              <a:pPr algn="ctr"/>
              <a:r>
                <a:rPr kumimoji="1" lang="en-US" altLang="zh-CN" sz="1800">
                  <a:ln w="12700">
                    <a:noFill/>
                  </a:ln>
                  <a:solidFill>
                    <a:srgbClr val="FFFFFF">
                      <a:alpha val="100000"/>
                    </a:srgbClr>
                  </a:solidFill>
                  <a:latin typeface="Barlow Condensed Medium"/>
                  <a:ea typeface="Barlow Condensed Medium"/>
                  <a:cs typeface="Barlow Condensed Medium"/>
                </a:rPr>
                <a:t>Here is where your presentation begins</a:t>
              </a:r>
              <a:endParaRPr kumimoji="1" lang="zh-CN" altLang="en-US"/>
            </a:p>
          </p:txBody>
        </p:sp>
      </p:grpSp>
      <p:sp>
        <p:nvSpPr>
          <p:cNvPr id="7" name="标题 1"/>
          <p:cNvSpPr txBox="1"/>
          <p:nvPr/>
        </p:nvSpPr>
        <p:spPr>
          <a:xfrm rot="0" flipH="0" flipV="0">
            <a:off x="0" y="6458856"/>
            <a:ext cx="12192000" cy="413657"/>
          </a:xfrm>
          <a:custGeom>
            <a:avLst/>
            <a:gdLst>
              <a:gd name="connsiteX0" fmla="*/ 0 w 12192000"/>
              <a:gd name="connsiteY0" fmla="*/ 0 h 415472"/>
              <a:gd name="connsiteX1" fmla="*/ 12192000 w 12192000"/>
              <a:gd name="connsiteY1" fmla="*/ 0 h 415472"/>
              <a:gd name="connsiteX2" fmla="*/ 12192000 w 12192000"/>
              <a:gd name="connsiteY2" fmla="*/ 415472 h 415472"/>
              <a:gd name="connsiteX3" fmla="*/ 0 w 12192000"/>
              <a:gd name="connsiteY3" fmla="*/ 415472 h 415472"/>
            </a:gdLst>
            <a:rect l="l" t="t" r="r" b="b"/>
            <a:pathLst>
              <a:path w="12192000" h="415472">
                <a:moveTo>
                  <a:pt x="0" y="0"/>
                </a:moveTo>
                <a:lnTo>
                  <a:pt x="12192000" y="0"/>
                </a:lnTo>
                <a:lnTo>
                  <a:pt x="12192000" y="415472"/>
                </a:lnTo>
                <a:lnTo>
                  <a:pt x="0" y="415472"/>
                </a:ln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8" name="标题 1"/>
          <p:cNvSpPr txBox="1"/>
          <p:nvPr/>
        </p:nvSpPr>
        <p:spPr>
          <a:xfrm rot="0" flipH="0" flipV="0">
            <a:off x="6096000" y="1416133"/>
            <a:ext cx="5715665" cy="3770319"/>
          </a:xfrm>
          <a:prstGeom prst="rect">
            <a:avLst/>
          </a:prstGeom>
          <a:noFill/>
          <a:ln>
            <a:noFill/>
          </a:ln>
        </p:spPr>
        <p:txBody>
          <a:bodyPr vert="horz" wrap="square" lIns="91440" tIns="45720" rIns="91440" bIns="45720" rtlCol="0" anchor="ctr"/>
          <a:lstStyle/>
          <a:p>
            <a:pPr algn="l"/>
            <a:r>
              <a:rPr kumimoji="1" lang="en-US" altLang="zh-CN" sz="3600">
                <a:ln w="12700">
                  <a:noFill/>
                </a:ln>
                <a:solidFill>
                  <a:srgbClr val="000000">
                    <a:alpha val="100000"/>
                  </a:srgbClr>
                </a:solidFill>
                <a:latin typeface="SourceHanSerifJP-Bold"/>
                <a:ea typeface="SourceHanSerifJP-Bold"/>
                <a:cs typeface="SourceHanSerifJP-Bold"/>
              </a:rPr>
              <a:t>Thanks for your attention</a:t>
            </a:r>
            <a:endParaRPr kumimoji="1" lang="zh-CN" altLang="en-US"/>
          </a:p>
        </p:txBody>
      </p:sp>
      <p:grpSp>
        <p:nvGrpSpPr>
          <p:cNvPr id="9" name=""/>
          <p:cNvGrpSpPr/>
          <p:nvPr/>
        </p:nvGrpSpPr>
        <p:grpSpPr>
          <a:xfrm>
            <a:off x="6224171" y="1087631"/>
            <a:ext cx="742978" cy="174176"/>
            <a:chOff x="6224171" y="1087631"/>
            <a:chExt cx="742978" cy="174176"/>
          </a:xfrm>
        </p:grpSpPr>
        <p:sp>
          <p:nvSpPr>
            <p:cNvPr id="10" name="标题 1"/>
            <p:cNvSpPr txBox="1"/>
            <p:nvPr/>
          </p:nvSpPr>
          <p:spPr>
            <a:xfrm rot="0" flipH="0" flipV="0">
              <a:off x="6792973" y="1087631"/>
              <a:ext cx="174176" cy="174176"/>
            </a:xfrm>
            <a:prstGeom prst="ellipse">
              <a:avLst/>
            </a:prstGeom>
            <a:solidFill>
              <a:schemeClr val="accent3">
                <a:lumMod val="75000"/>
              </a:schemeClr>
            </a:solidFill>
            <a:ln w="12700" cap="sq">
              <a:noFill/>
              <a:miter/>
            </a:ln>
          </p:spPr>
          <p:txBody>
            <a:bodyPr vert="horz" wrap="square" lIns="91440" tIns="45720" rIns="91440" bIns="45720" rtlCol="0" anchor="ctr"/>
            <a:lstStyle/>
            <a:p>
              <a:pPr algn="ctr"/>
              <a:endParaRPr kumimoji="1" lang="zh-CN" altLang="en-US"/>
            </a:p>
          </p:txBody>
        </p:sp>
        <p:sp>
          <p:nvSpPr>
            <p:cNvPr id="11" name="标题 1"/>
            <p:cNvSpPr txBox="1"/>
            <p:nvPr/>
          </p:nvSpPr>
          <p:spPr>
            <a:xfrm rot="0" flipH="0" flipV="0">
              <a:off x="6508572" y="1087631"/>
              <a:ext cx="174176" cy="174176"/>
            </a:xfrm>
            <a:prstGeom prst="ellipse">
              <a:avLst/>
            </a:pr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2" name="标题 1"/>
            <p:cNvSpPr txBox="1"/>
            <p:nvPr/>
          </p:nvSpPr>
          <p:spPr>
            <a:xfrm rot="0" flipH="0" flipV="0">
              <a:off x="6224171" y="1087631"/>
              <a:ext cx="174176" cy="174176"/>
            </a:xfrm>
            <a:prstGeom prst="ellipse">
              <a:avLst/>
            </a:prstGeom>
            <a:solidFill>
              <a:schemeClr val="accent3">
                <a:lumMod val="40000"/>
                <a:lumOff val="60000"/>
              </a:schemeClr>
            </a:solidFill>
            <a:ln w="12700" cap="sq">
              <a:noFill/>
              <a:miter/>
            </a:ln>
          </p:spPr>
          <p:txBody>
            <a:bodyPr vert="horz" wrap="square" lIns="91440" tIns="45720" rIns="91440" bIns="45720" rtlCol="0" anchor="ctr"/>
            <a:lstStyle/>
            <a:p>
              <a:pPr algn="ctr"/>
              <a:endParaRPr kumimoji="1" lang="zh-CN" altLang="en-US"/>
            </a:p>
          </p:txBody>
        </p:sp>
      </p:grpSp>
      <p:grpSp>
        <p:nvGrpSpPr>
          <p:cNvPr id="13" name=""/>
          <p:cNvGrpSpPr/>
          <p:nvPr/>
        </p:nvGrpSpPr>
        <p:grpSpPr>
          <a:xfrm>
            <a:off x="6198024" y="5903143"/>
            <a:ext cx="1867803" cy="369332"/>
            <a:chOff x="6198024" y="5903143"/>
            <a:chExt cx="1867803" cy="369332"/>
          </a:xfrm>
        </p:grpSpPr>
        <p:sp>
          <p:nvSpPr>
            <p:cNvPr id="14" name="标题 1"/>
            <p:cNvSpPr txBox="1"/>
            <p:nvPr/>
          </p:nvSpPr>
          <p:spPr>
            <a:xfrm rot="0" flipH="0" flipV="0">
              <a:off x="6406493" y="5903143"/>
              <a:ext cx="1659334" cy="369332"/>
            </a:xfrm>
            <a:prstGeom prst="rect">
              <a:avLst/>
            </a:prstGeom>
            <a:noFill/>
            <a:ln>
              <a:noFill/>
            </a:ln>
          </p:spPr>
          <p:txBody>
            <a:bodyPr vert="horz" wrap="square" lIns="91440" tIns="45720" rIns="91440" bIns="45720" rtlCol="0" anchor="t"/>
            <a:lstStyle/>
            <a:p>
              <a:pPr algn="l"/>
              <a:r>
                <a:rPr kumimoji="1" lang="en-US" altLang="zh-CN" sz="1800">
                  <a:ln w="12700">
                    <a:noFill/>
                  </a:ln>
                  <a:solidFill>
                    <a:srgbClr val="000000">
                      <a:alpha val="100000"/>
                    </a:srgbClr>
                  </a:solidFill>
                  <a:latin typeface="Barlow Condensed Medium"/>
                  <a:ea typeface="Barlow Condensed Medium"/>
                  <a:cs typeface="Barlow Condensed Medium"/>
                </a:rPr>
                <a:t>20XX-XX-XX</a:t>
              </a:r>
              <a:endParaRPr kumimoji="1" lang="zh-CN" altLang="en-US"/>
            </a:p>
          </p:txBody>
        </p:sp>
        <p:pic>
          <p:nvPicPr>
            <p:cNvPr id="15" name=""/>
            <p:cNvPicPr>
              <a:picLocks noChangeAspect="1"/>
            </p:cNvPicPr>
            <p:nvPr/>
          </p:nvPicPr>
          <p:blipFill>
            <a:blip r:embed="rId3">
              <a:alphaModFix amt="100000"/>
            </a:blip>
            <a:srcRect l="0" t="0" r="0" b="0"/>
            <a:stretch>
              <a:fillRect/>
            </a:stretch>
          </p:blipFill>
          <p:spPr>
            <a:xfrm rot="0" flipH="0" flipV="0">
              <a:off x="6198024" y="5937920"/>
              <a:ext cx="299779" cy="299779"/>
            </a:xfrm>
            <a:prstGeom prst="rect">
              <a:avLst/>
            </a:prstGeom>
            <a:noFill/>
            <a:ln>
              <a:noFill/>
            </a:ln>
          </p:spPr>
        </p:pic>
      </p:grpSp>
      <p:grpSp>
        <p:nvGrpSpPr>
          <p:cNvPr id="16" name=""/>
          <p:cNvGrpSpPr/>
          <p:nvPr/>
        </p:nvGrpSpPr>
        <p:grpSpPr>
          <a:xfrm>
            <a:off x="-2" y="0"/>
            <a:ext cx="4111304" cy="1828800"/>
            <a:chOff x="-2" y="0"/>
            <a:chExt cx="4111304" cy="1828800"/>
          </a:xfrm>
        </p:grpSpPr>
        <p:sp>
          <p:nvSpPr>
            <p:cNvPr id="17" name="标题 1"/>
            <p:cNvSpPr txBox="1"/>
            <p:nvPr/>
          </p:nvSpPr>
          <p:spPr>
            <a:xfrm rot="0" flipH="0" flipV="0">
              <a:off x="1205201" y="1"/>
              <a:ext cx="2906101" cy="758404"/>
            </a:xfrm>
            <a:custGeom>
              <a:avLst/>
              <a:gdLst>
                <a:gd name="connsiteX0" fmla="*/ 0 w 2640295"/>
                <a:gd name="connsiteY0" fmla="*/ 0 h 689037"/>
                <a:gd name="connsiteX1" fmla="*/ 2640295 w 2640295"/>
                <a:gd name="connsiteY1" fmla="*/ 0 h 689037"/>
                <a:gd name="connsiteX2" fmla="*/ 2448757 w 2640295"/>
                <a:gd name="connsiteY2" fmla="*/ 83534 h 689037"/>
                <a:gd name="connsiteX3" fmla="*/ 2214457 w 2640295"/>
                <a:gd name="connsiteY3" fmla="*/ 166849 h 689037"/>
                <a:gd name="connsiteX4" fmla="*/ 1150809 w 2640295"/>
                <a:gd name="connsiteY4" fmla="*/ 673723 h 689037"/>
                <a:gd name="connsiteX5" fmla="*/ 6599 w 2640295"/>
                <a:gd name="connsiteY5" fmla="*/ 6801 h 689037"/>
              </a:gdLst>
              <a:rect l="l" t="t" r="r" b="b"/>
              <a:pathLst>
                <a:path w="2640295" h="689037">
                  <a:moveTo>
                    <a:pt x="0" y="0"/>
                  </a:moveTo>
                  <a:lnTo>
                    <a:pt x="2640295" y="0"/>
                  </a:lnTo>
                  <a:lnTo>
                    <a:pt x="2448757" y="83534"/>
                  </a:lnTo>
                  <a:cubicBezTo>
                    <a:pt x="2373047" y="113084"/>
                    <a:pt x="2294367" y="140785"/>
                    <a:pt x="2214457" y="166849"/>
                  </a:cubicBezTo>
                  <a:cubicBezTo>
                    <a:pt x="1575177" y="375365"/>
                    <a:pt x="1763318" y="771725"/>
                    <a:pt x="1150809" y="673723"/>
                  </a:cubicBezTo>
                  <a:cubicBezTo>
                    <a:pt x="806273" y="618597"/>
                    <a:pt x="342915" y="333858"/>
                    <a:pt x="6599" y="6801"/>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18" name="标题 1"/>
            <p:cNvSpPr txBox="1"/>
            <p:nvPr/>
          </p:nvSpPr>
          <p:spPr>
            <a:xfrm rot="0" flipH="0" flipV="0">
              <a:off x="-2" y="0"/>
              <a:ext cx="2086385" cy="1726662"/>
            </a:xfrm>
            <a:custGeom>
              <a:avLst/>
              <a:gdLst>
                <a:gd name="connsiteX0" fmla="*/ 0 w 1647334"/>
                <a:gd name="connsiteY0" fmla="*/ 0 h 1568733"/>
                <a:gd name="connsiteX1" fmla="*/ 1611747 w 1647334"/>
                <a:gd name="connsiteY1" fmla="*/ 0 h 1568733"/>
                <a:gd name="connsiteX2" fmla="*/ 1629530 w 1647334"/>
                <a:gd name="connsiteY2" fmla="*/ 42912 h 1568733"/>
                <a:gd name="connsiteX3" fmla="*/ 792698 w 1647334"/>
                <a:gd name="connsiteY3" fmla="*/ 894314 h 1568733"/>
                <a:gd name="connsiteX4" fmla="*/ 313 w 1647334"/>
                <a:gd name="connsiteY4" fmla="*/ 1568105 h 1568733"/>
                <a:gd name="connsiteX5" fmla="*/ 0 w 1647334"/>
                <a:gd name="connsiteY5" fmla="*/ 1568061 h 1568733"/>
              </a:gdLst>
              <a:rect l="l" t="t" r="r" b="b"/>
              <a:pathLst>
                <a:path w="1647334" h="1568733">
                  <a:moveTo>
                    <a:pt x="0" y="0"/>
                  </a:moveTo>
                  <a:lnTo>
                    <a:pt x="1611747" y="0"/>
                  </a:lnTo>
                  <a:lnTo>
                    <a:pt x="1629530" y="42912"/>
                  </a:lnTo>
                  <a:cubicBezTo>
                    <a:pt x="1753119" y="445915"/>
                    <a:pt x="1207401" y="659634"/>
                    <a:pt x="792698" y="894314"/>
                  </a:cubicBezTo>
                  <a:cubicBezTo>
                    <a:pt x="377995" y="1128994"/>
                    <a:pt x="370274" y="1588035"/>
                    <a:pt x="313" y="1568105"/>
                  </a:cubicBezTo>
                  <a:lnTo>
                    <a:pt x="0" y="1568061"/>
                  </a:lnTo>
                  <a:close/>
                </a:path>
              </a:pathLst>
            </a:custGeom>
            <a:solidFill>
              <a:schemeClr val="accent2"/>
            </a:solidFill>
            <a:ln w="12700" cap="sq">
              <a:noFill/>
              <a:miter/>
            </a:ln>
          </p:spPr>
          <p:txBody>
            <a:bodyPr vert="horz" wrap="square" lIns="91440" tIns="45720" rIns="91440" bIns="45720" rtlCol="0" anchor="ctr"/>
            <a:lstStyle/>
            <a:p>
              <a:pPr algn="ctr"/>
              <a:endParaRPr kumimoji="1" lang="zh-CN" altLang="en-US"/>
            </a:p>
          </p:txBody>
        </p:sp>
        <p:sp>
          <p:nvSpPr>
            <p:cNvPr id="19" name="标题 1"/>
            <p:cNvSpPr txBox="1"/>
            <p:nvPr/>
          </p:nvSpPr>
          <p:spPr>
            <a:xfrm rot="0" flipH="0" flipV="0">
              <a:off x="-1" y="0"/>
              <a:ext cx="2209801" cy="1828800"/>
            </a:xfrm>
            <a:custGeom>
              <a:avLst/>
              <a:gdLst>
                <a:gd name="connsiteX0" fmla="*/ 0 w 1744779"/>
                <a:gd name="connsiteY0" fmla="*/ 0 h 1661529"/>
                <a:gd name="connsiteX1" fmla="*/ 1688912 w 1744779"/>
                <a:gd name="connsiteY1" fmla="*/ 0 h 1661529"/>
                <a:gd name="connsiteX2" fmla="*/ 1726449 w 1744779"/>
                <a:gd name="connsiteY2" fmla="*/ 90579 h 1661529"/>
                <a:gd name="connsiteX3" fmla="*/ 864866 w 1744779"/>
                <a:gd name="connsiteY3" fmla="*/ 967163 h 1661529"/>
                <a:gd name="connsiteX4" fmla="*/ 49045 w 1744779"/>
                <a:gd name="connsiteY4" fmla="*/ 1660882 h 1661529"/>
                <a:gd name="connsiteX5" fmla="*/ 0 w 1744779"/>
                <a:gd name="connsiteY5" fmla="*/ 1654048 h 1661529"/>
              </a:gdLst>
              <a:rect l="l" t="t" r="r" b="b"/>
              <a:pathLst>
                <a:path w="1744779" h="1661529">
                  <a:moveTo>
                    <a:pt x="0" y="0"/>
                  </a:moveTo>
                  <a:lnTo>
                    <a:pt x="1688912" y="0"/>
                  </a:lnTo>
                  <a:lnTo>
                    <a:pt x="1726449" y="90579"/>
                  </a:lnTo>
                  <a:cubicBezTo>
                    <a:pt x="1853693" y="505502"/>
                    <a:pt x="1291834" y="725542"/>
                    <a:pt x="864866" y="967163"/>
                  </a:cubicBezTo>
                  <a:cubicBezTo>
                    <a:pt x="437898" y="1208784"/>
                    <a:pt x="429948" y="1681402"/>
                    <a:pt x="49045" y="1660882"/>
                  </a:cubicBezTo>
                  <a:lnTo>
                    <a:pt x="0" y="1654048"/>
                  </a:lnTo>
                  <a:close/>
                </a:path>
              </a:pathLst>
            </a:custGeom>
            <a:noFill/>
            <a:ln w="12700" cap="sq">
              <a:solidFill>
                <a:schemeClr val="accent2"/>
              </a:solidFill>
              <a:miter/>
            </a:ln>
          </p:spPr>
          <p:txBody>
            <a:bodyPr vert="horz" wrap="square" lIns="91440" tIns="45720" rIns="91440" bIns="45720" rtlCol="0" anchor="ctr"/>
            <a:lstStyle/>
            <a:p>
              <a:pPr algn="ctr"/>
              <a:endParaRPr kumimoji="1" lang="zh-CN" altLang="en-US"/>
            </a:p>
          </p:txBody>
        </p:sp>
      </p:grpSp>
      <p:grpSp>
        <p:nvGrpSpPr>
          <p:cNvPr id="20" name=""/>
          <p:cNvGrpSpPr/>
          <p:nvPr/>
        </p:nvGrpSpPr>
        <p:grpSpPr>
          <a:xfrm>
            <a:off x="9744740" y="0"/>
            <a:ext cx="2447262" cy="1828800"/>
            <a:chOff x="9744740" y="0"/>
            <a:chExt cx="2447262" cy="1828800"/>
          </a:xfrm>
        </p:grpSpPr>
        <p:sp>
          <p:nvSpPr>
            <p:cNvPr id="21" name="标题 1"/>
            <p:cNvSpPr txBox="1"/>
            <p:nvPr/>
          </p:nvSpPr>
          <p:spPr>
            <a:xfrm rot="0" flipH="0" flipV="0">
              <a:off x="9902575" y="0"/>
              <a:ext cx="2289427" cy="1663087"/>
            </a:xfrm>
            <a:custGeom>
              <a:avLst/>
              <a:gdLst>
                <a:gd name="connsiteX0" fmla="*/ 0 w 1877463"/>
                <a:gd name="connsiteY0" fmla="*/ 0 h 1363828"/>
                <a:gd name="connsiteX1" fmla="*/ 1877463 w 1877463"/>
                <a:gd name="connsiteY1" fmla="*/ 0 h 1363828"/>
                <a:gd name="connsiteX2" fmla="*/ 1877463 w 1877463"/>
                <a:gd name="connsiteY2" fmla="*/ 1363828 h 1363828"/>
                <a:gd name="connsiteX3" fmla="*/ 1861534 w 1877463"/>
                <a:gd name="connsiteY3" fmla="*/ 1355960 h 1363828"/>
                <a:gd name="connsiteX4" fmla="*/ 1389783 w 1877463"/>
                <a:gd name="connsiteY4" fmla="*/ 609600 h 1363828"/>
                <a:gd name="connsiteX5" fmla="*/ 19915 w 1877463"/>
                <a:gd name="connsiteY5" fmla="*/ 50568 h 1363828"/>
              </a:gdLst>
              <a:rect l="l" t="t" r="r" b="b"/>
              <a:pathLst>
                <a:path w="1877463" h="1363828">
                  <a:moveTo>
                    <a:pt x="0" y="0"/>
                  </a:moveTo>
                  <a:lnTo>
                    <a:pt x="1877463" y="0"/>
                  </a:lnTo>
                  <a:lnTo>
                    <a:pt x="1877463" y="1363828"/>
                  </a:lnTo>
                  <a:lnTo>
                    <a:pt x="1861534" y="1355960"/>
                  </a:lnTo>
                  <a:cubicBezTo>
                    <a:pt x="1696193" y="1245286"/>
                    <a:pt x="1675581" y="817610"/>
                    <a:pt x="1389783" y="609600"/>
                  </a:cubicBezTo>
                  <a:cubicBezTo>
                    <a:pt x="1083571" y="386732"/>
                    <a:pt x="248165" y="486146"/>
                    <a:pt x="19915" y="50568"/>
                  </a:cubicBezTo>
                  <a:close/>
                </a:path>
              </a:pathLst>
            </a:custGeom>
            <a:solidFill>
              <a:schemeClr val="accent3"/>
            </a:solidFill>
            <a:ln w="12700" cap="sq">
              <a:noFill/>
              <a:miter/>
            </a:ln>
          </p:spPr>
          <p:txBody>
            <a:bodyPr vert="horz" wrap="square" lIns="91440" tIns="45720" rIns="91440" bIns="45720" rtlCol="0" anchor="ctr"/>
            <a:lstStyle/>
            <a:p>
              <a:pPr algn="ctr"/>
              <a:endParaRPr kumimoji="1" lang="zh-CN" altLang="en-US"/>
            </a:p>
          </p:txBody>
        </p:sp>
        <p:sp>
          <p:nvSpPr>
            <p:cNvPr id="22" name="标题 1"/>
            <p:cNvSpPr txBox="1"/>
            <p:nvPr/>
          </p:nvSpPr>
          <p:spPr>
            <a:xfrm rot="0" flipH="0" flipV="0">
              <a:off x="9744740" y="0"/>
              <a:ext cx="2447261" cy="1828800"/>
            </a:xfrm>
            <a:custGeom>
              <a:avLst/>
              <a:gdLst>
                <a:gd name="connsiteX0" fmla="*/ 0 w 2006896"/>
                <a:gd name="connsiteY0" fmla="*/ 0 h 1499722"/>
                <a:gd name="connsiteX1" fmla="*/ 2006896 w 2006896"/>
                <a:gd name="connsiteY1" fmla="*/ 0 h 1499722"/>
                <a:gd name="connsiteX2" fmla="*/ 2006896 w 2006896"/>
                <a:gd name="connsiteY2" fmla="*/ 1499722 h 1499722"/>
                <a:gd name="connsiteX3" fmla="*/ 1962972 w 2006896"/>
                <a:gd name="connsiteY3" fmla="*/ 1491786 h 1499722"/>
                <a:gd name="connsiteX4" fmla="*/ 1442030 w 2006896"/>
                <a:gd name="connsiteY4" fmla="*/ 709649 h 1499722"/>
                <a:gd name="connsiteX5" fmla="*/ 3476 w 2006896"/>
                <a:gd name="connsiteY5" fmla="*/ 41498 h 1499722"/>
              </a:gdLst>
              <a:rect l="l" t="t" r="r" b="b"/>
              <a:pathLst>
                <a:path w="2006896" h="1499722">
                  <a:moveTo>
                    <a:pt x="0" y="0"/>
                  </a:moveTo>
                  <a:lnTo>
                    <a:pt x="2006896" y="0"/>
                  </a:lnTo>
                  <a:lnTo>
                    <a:pt x="2006896" y="1499722"/>
                  </a:lnTo>
                  <a:lnTo>
                    <a:pt x="1962972" y="1491786"/>
                  </a:lnTo>
                  <a:cubicBezTo>
                    <a:pt x="1756919" y="1423160"/>
                    <a:pt x="1755089" y="937501"/>
                    <a:pt x="1442030" y="709649"/>
                  </a:cubicBezTo>
                  <a:cubicBezTo>
                    <a:pt x="1108099" y="466606"/>
                    <a:pt x="158598" y="598449"/>
                    <a:pt x="3476" y="41498"/>
                  </a:cubicBezTo>
                  <a:close/>
                </a:path>
              </a:pathLst>
            </a:custGeom>
            <a:noFill/>
            <a:ln w="12700" cap="sq">
              <a:solidFill>
                <a:schemeClr val="accent3"/>
              </a:solidFill>
              <a:miter/>
            </a:ln>
          </p:spPr>
          <p:txBody>
            <a:bodyPr vert="horz" wrap="square" lIns="91440" tIns="45720" rIns="91440" bIns="45720" rtlCol="0" anchor="ctr"/>
            <a:lstStyle/>
            <a:p>
              <a:pPr algn="ctr"/>
              <a:endParaRPr kumimoji="1" lang="zh-CN" altLang="en-US"/>
            </a:p>
          </p:txBody>
        </p:sp>
      </p:grpSp>
    </p:spTree>
  </p:cSld>
</p:sld>
</file>

<file path=ppt/theme/_rels/theme1.xml.rels><?xml version="1.0" encoding="UTF-8" standalone="yes"?>
<Relationships xmlns="http://schemas.openxmlformats.org/package/2006/relationships">

</Relationships>
</file>

<file path=ppt/theme/theme1.xml><?xml version="1.0" encoding="utf-8"?>
<a:theme xmlns:a="http://schemas.openxmlformats.org/drawingml/2006/main" xmlns:r="http://schemas.openxmlformats.org/officeDocument/2006/relationships" xmlns:p="http://schemas.openxmlformats.org/presentationml/2006/main" name="Office 主题​​">
  <a:themeElements>
    <a:clrScheme name="Office">
      <a:dk1>
        <a:srgbClr val="000000"/>
      </a:dk1>
      <a:lt1>
        <a:srgbClr val="FFFFFF"/>
      </a:lt1>
      <a:dk2>
        <a:srgbClr val="778495"/>
      </a:dk2>
      <a:lt2>
        <a:srgbClr val="F0F0F0"/>
      </a:lt2>
      <a:accent1>
        <a:srgbClr val="E36387"/>
      </a:accent1>
      <a:accent2>
        <a:srgbClr val="EC8686"/>
      </a:accent2>
      <a:accent3>
        <a:srgbClr val="50BADF"/>
      </a:accent3>
      <a:accent4>
        <a:srgbClr val="DDF3F5"/>
      </a:accent4>
      <a:accent5>
        <a:srgbClr val="CBE3EE"/>
      </a:accent5>
      <a:accent6>
        <a:srgbClr val="E0EEF7"/>
      </a:accent6>
      <a:hlink>
        <a:srgbClr val="E36387"/>
      </a:hlink>
      <a:folHlink>
        <a:srgbClr val="BFBFBF"/>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